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357" r:id="rId3"/>
    <p:sldId id="405" r:id="rId4"/>
    <p:sldId id="391" r:id="rId5"/>
    <p:sldId id="400" r:id="rId6"/>
    <p:sldId id="398" r:id="rId7"/>
    <p:sldId id="399" r:id="rId8"/>
    <p:sldId id="394" r:id="rId9"/>
    <p:sldId id="404" r:id="rId10"/>
    <p:sldId id="263"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2060"/>
    <a:srgbClr val="EAEFF7"/>
    <a:srgbClr val="C00000"/>
    <a:srgbClr val="7B229E"/>
    <a:srgbClr val="E5B458"/>
    <a:srgbClr val="E3AA6A"/>
    <a:srgbClr val="38B347"/>
    <a:srgbClr val="75C7CB"/>
    <a:srgbClr val="9883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822EA7-D6B6-4282-A178-68C7ED1833AA}" v="89" dt="2025-11-18T14:48:27.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16" autoAdjust="0"/>
    <p:restoredTop sz="94660"/>
  </p:normalViewPr>
  <p:slideViewPr>
    <p:cSldViewPr snapToGrid="0">
      <p:cViewPr>
        <p:scale>
          <a:sx n="108" d="100"/>
          <a:sy n="108" d="100"/>
        </p:scale>
        <p:origin x="629" y="96"/>
      </p:cViewPr>
      <p:guideLst>
        <p:guide orient="horz" pos="2160"/>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thika Gopinath" userId="e9a9dd1db8378b80" providerId="LiveId" clId="{64DCDE5B-CE3B-4F0F-9CC8-86664A21576E}"/>
    <pc:docChg chg="undo custSel addSld delSld modSld">
      <pc:chgData name="Mouthika Gopinath" userId="e9a9dd1db8378b80" providerId="LiveId" clId="{64DCDE5B-CE3B-4F0F-9CC8-86664A21576E}" dt="2025-11-22T10:01:07.270" v="627" actId="14100"/>
      <pc:docMkLst>
        <pc:docMk/>
      </pc:docMkLst>
      <pc:sldChg chg="modSp mod">
        <pc:chgData name="Mouthika Gopinath" userId="e9a9dd1db8378b80" providerId="LiveId" clId="{64DCDE5B-CE3B-4F0F-9CC8-86664A21576E}" dt="2025-11-22T10:01:07.270" v="627" actId="14100"/>
        <pc:sldMkLst>
          <pc:docMk/>
          <pc:sldMk cId="0" sldId="256"/>
        </pc:sldMkLst>
        <pc:spChg chg="mod">
          <ac:chgData name="Mouthika Gopinath" userId="e9a9dd1db8378b80" providerId="LiveId" clId="{64DCDE5B-CE3B-4F0F-9CC8-86664A21576E}" dt="2025-11-19T04:30:44.370" v="544" actId="14100"/>
          <ac:spMkLst>
            <pc:docMk/>
            <pc:sldMk cId="0" sldId="256"/>
            <ac:spMk id="5" creationId="{00000000-0000-0000-0000-000000000000}"/>
          </ac:spMkLst>
        </pc:spChg>
        <pc:spChg chg="mod">
          <ac:chgData name="Mouthika Gopinath" userId="e9a9dd1db8378b80" providerId="LiveId" clId="{64DCDE5B-CE3B-4F0F-9CC8-86664A21576E}" dt="2025-11-19T04:30:30.707" v="541" actId="1076"/>
          <ac:spMkLst>
            <pc:docMk/>
            <pc:sldMk cId="0" sldId="256"/>
            <ac:spMk id="6" creationId="{00000000-0000-0000-0000-000000000000}"/>
          </ac:spMkLst>
        </pc:spChg>
        <pc:spChg chg="mod">
          <ac:chgData name="Mouthika Gopinath" userId="e9a9dd1db8378b80" providerId="LiveId" clId="{64DCDE5B-CE3B-4F0F-9CC8-86664A21576E}" dt="2025-11-19T04:30:50.976" v="548" actId="20577"/>
          <ac:spMkLst>
            <pc:docMk/>
            <pc:sldMk cId="0" sldId="256"/>
            <ac:spMk id="8" creationId="{00000000-0000-0000-0000-000000000000}"/>
          </ac:spMkLst>
        </pc:spChg>
        <pc:spChg chg="mod">
          <ac:chgData name="Mouthika Gopinath" userId="e9a9dd1db8378b80" providerId="LiveId" clId="{64DCDE5B-CE3B-4F0F-9CC8-86664A21576E}" dt="2025-11-22T10:01:07.270" v="627" actId="14100"/>
          <ac:spMkLst>
            <pc:docMk/>
            <pc:sldMk cId="0" sldId="256"/>
            <ac:spMk id="10" creationId="{00000000-0000-0000-0000-000000000000}"/>
          </ac:spMkLst>
        </pc:spChg>
        <pc:spChg chg="mod">
          <ac:chgData name="Mouthika Gopinath" userId="e9a9dd1db8378b80" providerId="LiveId" clId="{64DCDE5B-CE3B-4F0F-9CC8-86664A21576E}" dt="2025-11-19T04:32:04.515" v="549" actId="1076"/>
          <ac:spMkLst>
            <pc:docMk/>
            <pc:sldMk cId="0" sldId="256"/>
            <ac:spMk id="12" creationId="{00000000-0000-0000-0000-000000000000}"/>
          </ac:spMkLst>
        </pc:spChg>
        <pc:picChg chg="mod">
          <ac:chgData name="Mouthika Gopinath" userId="e9a9dd1db8378b80" providerId="LiveId" clId="{64DCDE5B-CE3B-4F0F-9CC8-86664A21576E}" dt="2025-11-19T04:30:35.285" v="542" actId="1076"/>
          <ac:picMkLst>
            <pc:docMk/>
            <pc:sldMk cId="0" sldId="256"/>
            <ac:picMk id="13" creationId="{00000000-0000-0000-0000-000000000000}"/>
          </ac:picMkLst>
        </pc:picChg>
      </pc:sldChg>
      <pc:sldChg chg="addSp delSp modSp mod">
        <pc:chgData name="Mouthika Gopinath" userId="e9a9dd1db8378b80" providerId="LiveId" clId="{64DCDE5B-CE3B-4F0F-9CC8-86664A21576E}" dt="2025-11-18T14:51:05.871" v="500" actId="2711"/>
        <pc:sldMkLst>
          <pc:docMk/>
          <pc:sldMk cId="0" sldId="357"/>
        </pc:sldMkLst>
        <pc:spChg chg="mod">
          <ac:chgData name="Mouthika Gopinath" userId="e9a9dd1db8378b80" providerId="LiveId" clId="{64DCDE5B-CE3B-4F0F-9CC8-86664A21576E}" dt="2025-11-18T14:51:05.871" v="500" actId="2711"/>
          <ac:spMkLst>
            <pc:docMk/>
            <pc:sldMk cId="0" sldId="357"/>
            <ac:spMk id="3" creationId="{00000000-0000-0000-0000-000000000000}"/>
          </ac:spMkLst>
        </pc:spChg>
        <pc:spChg chg="mod">
          <ac:chgData name="Mouthika Gopinath" userId="e9a9dd1db8378b80" providerId="LiveId" clId="{64DCDE5B-CE3B-4F0F-9CC8-86664A21576E}" dt="2025-11-18T14:51:05.871" v="500" actId="2711"/>
          <ac:spMkLst>
            <pc:docMk/>
            <pc:sldMk cId="0" sldId="357"/>
            <ac:spMk id="5" creationId="{00000000-0000-0000-0000-000000000000}"/>
          </ac:spMkLst>
        </pc:spChg>
        <pc:spChg chg="mod">
          <ac:chgData name="Mouthika Gopinath" userId="e9a9dd1db8378b80" providerId="LiveId" clId="{64DCDE5B-CE3B-4F0F-9CC8-86664A21576E}" dt="2025-11-18T14:51:05.871" v="500" actId="2711"/>
          <ac:spMkLst>
            <pc:docMk/>
            <pc:sldMk cId="0" sldId="357"/>
            <ac:spMk id="6" creationId="{00000000-0000-0000-0000-000000000000}"/>
          </ac:spMkLst>
        </pc:spChg>
        <pc:spChg chg="mod">
          <ac:chgData name="Mouthika Gopinath" userId="e9a9dd1db8378b80" providerId="LiveId" clId="{64DCDE5B-CE3B-4F0F-9CC8-86664A21576E}" dt="2025-11-18T14:51:05.871" v="500" actId="2711"/>
          <ac:spMkLst>
            <pc:docMk/>
            <pc:sldMk cId="0" sldId="357"/>
            <ac:spMk id="7" creationId="{00000000-0000-0000-0000-000000000000}"/>
          </ac:spMkLst>
        </pc:spChg>
        <pc:spChg chg="mod">
          <ac:chgData name="Mouthika Gopinath" userId="e9a9dd1db8378b80" providerId="LiveId" clId="{64DCDE5B-CE3B-4F0F-9CC8-86664A21576E}" dt="2025-11-18T14:51:05.871" v="500" actId="2711"/>
          <ac:spMkLst>
            <pc:docMk/>
            <pc:sldMk cId="0" sldId="357"/>
            <ac:spMk id="8" creationId="{00000000-0000-0000-0000-000000000000}"/>
          </ac:spMkLst>
        </pc:spChg>
        <pc:spChg chg="mod">
          <ac:chgData name="Mouthika Gopinath" userId="e9a9dd1db8378b80" providerId="LiveId" clId="{64DCDE5B-CE3B-4F0F-9CC8-86664A21576E}" dt="2025-11-18T14:51:05.871" v="500" actId="2711"/>
          <ac:spMkLst>
            <pc:docMk/>
            <pc:sldMk cId="0" sldId="357"/>
            <ac:spMk id="20" creationId="{00000000-0000-0000-0000-000000000000}"/>
          </ac:spMkLst>
        </pc:spChg>
      </pc:sldChg>
      <pc:sldChg chg="addSp delSp modSp mod">
        <pc:chgData name="Mouthika Gopinath" userId="e9a9dd1db8378b80" providerId="LiveId" clId="{64DCDE5B-CE3B-4F0F-9CC8-86664A21576E}" dt="2025-11-19T04:32:38.966" v="551" actId="123"/>
        <pc:sldMkLst>
          <pc:docMk/>
          <pc:sldMk cId="0" sldId="391"/>
        </pc:sldMkLst>
        <pc:spChg chg="mod">
          <ac:chgData name="Mouthika Gopinath" userId="e9a9dd1db8378b80" providerId="LiveId" clId="{64DCDE5B-CE3B-4F0F-9CC8-86664A21576E}" dt="2025-11-19T04:32:38.966" v="551" actId="123"/>
          <ac:spMkLst>
            <pc:docMk/>
            <pc:sldMk cId="0" sldId="391"/>
            <ac:spMk id="2" creationId="{00000000-0000-0000-0000-000000000000}"/>
          </ac:spMkLst>
        </pc:spChg>
        <pc:spChg chg="mod">
          <ac:chgData name="Mouthika Gopinath" userId="e9a9dd1db8378b80" providerId="LiveId" clId="{64DCDE5B-CE3B-4F0F-9CC8-86664A21576E}" dt="2025-11-18T14:51:40.929" v="503" actId="123"/>
          <ac:spMkLst>
            <pc:docMk/>
            <pc:sldMk cId="0" sldId="391"/>
            <ac:spMk id="3" creationId="{00000000-0000-0000-0000-000000000000}"/>
          </ac:spMkLst>
        </pc:spChg>
        <pc:spChg chg="add mod">
          <ac:chgData name="Mouthika Gopinath" userId="e9a9dd1db8378b80" providerId="LiveId" clId="{64DCDE5B-CE3B-4F0F-9CC8-86664A21576E}" dt="2025-11-18T14:52:36.241" v="512" actId="1076"/>
          <ac:spMkLst>
            <pc:docMk/>
            <pc:sldMk cId="0" sldId="391"/>
            <ac:spMk id="6" creationId="{7045FFFF-26C3-9E17-61BD-AA482C58E35A}"/>
          </ac:spMkLst>
        </pc:spChg>
        <pc:spChg chg="mod">
          <ac:chgData name="Mouthika Gopinath" userId="e9a9dd1db8378b80" providerId="LiveId" clId="{64DCDE5B-CE3B-4F0F-9CC8-86664A21576E}" dt="2025-11-18T14:51:40.929" v="503" actId="123"/>
          <ac:spMkLst>
            <pc:docMk/>
            <pc:sldMk cId="0" sldId="391"/>
            <ac:spMk id="7" creationId="{00000000-0000-0000-0000-000000000000}"/>
          </ac:spMkLst>
        </pc:spChg>
        <pc:spChg chg="mod">
          <ac:chgData name="Mouthika Gopinath" userId="e9a9dd1db8378b80" providerId="LiveId" clId="{64DCDE5B-CE3B-4F0F-9CC8-86664A21576E}" dt="2025-11-18T14:51:40.929" v="503" actId="123"/>
          <ac:spMkLst>
            <pc:docMk/>
            <pc:sldMk cId="0" sldId="391"/>
            <ac:spMk id="10" creationId="{00000000-0000-0000-0000-000000000000}"/>
          </ac:spMkLst>
        </pc:spChg>
      </pc:sldChg>
      <pc:sldChg chg="addSp modSp mod">
        <pc:chgData name="Mouthika Gopinath" userId="e9a9dd1db8378b80" providerId="LiveId" clId="{64DCDE5B-CE3B-4F0F-9CC8-86664A21576E}" dt="2025-11-19T04:34:36.336" v="569" actId="122"/>
        <pc:sldMkLst>
          <pc:docMk/>
          <pc:sldMk cId="0" sldId="394"/>
        </pc:sldMkLst>
        <pc:spChg chg="mod">
          <ac:chgData name="Mouthika Gopinath" userId="e9a9dd1db8378b80" providerId="LiveId" clId="{64DCDE5B-CE3B-4F0F-9CC8-86664A21576E}" dt="2025-11-19T04:34:31.045" v="568" actId="2711"/>
          <ac:spMkLst>
            <pc:docMk/>
            <pc:sldMk cId="0" sldId="394"/>
            <ac:spMk id="2" creationId="{00000000-0000-0000-0000-000000000000}"/>
          </ac:spMkLst>
        </pc:spChg>
        <pc:spChg chg="add mod">
          <ac:chgData name="Mouthika Gopinath" userId="e9a9dd1db8378b80" providerId="LiveId" clId="{64DCDE5B-CE3B-4F0F-9CC8-86664A21576E}" dt="2025-11-19T04:34:31.045" v="568" actId="2711"/>
          <ac:spMkLst>
            <pc:docMk/>
            <pc:sldMk cId="0" sldId="394"/>
            <ac:spMk id="4" creationId="{D00072E6-1DEE-7A00-EFC6-26F29C8A84CA}"/>
          </ac:spMkLst>
        </pc:spChg>
        <pc:spChg chg="add mod">
          <ac:chgData name="Mouthika Gopinath" userId="e9a9dd1db8378b80" providerId="LiveId" clId="{64DCDE5B-CE3B-4F0F-9CC8-86664A21576E}" dt="2025-11-19T04:34:31.045" v="568" actId="2711"/>
          <ac:spMkLst>
            <pc:docMk/>
            <pc:sldMk cId="0" sldId="394"/>
            <ac:spMk id="6" creationId="{C744F69B-175B-FB3C-57DA-C98C64152E55}"/>
          </ac:spMkLst>
        </pc:spChg>
        <pc:spChg chg="mod">
          <ac:chgData name="Mouthika Gopinath" userId="e9a9dd1db8378b80" providerId="LiveId" clId="{64DCDE5B-CE3B-4F0F-9CC8-86664A21576E}" dt="2025-11-19T04:34:31.045" v="568" actId="2711"/>
          <ac:spMkLst>
            <pc:docMk/>
            <pc:sldMk cId="0" sldId="394"/>
            <ac:spMk id="7" creationId="{00000000-0000-0000-0000-000000000000}"/>
          </ac:spMkLst>
        </pc:spChg>
        <pc:spChg chg="mod">
          <ac:chgData name="Mouthika Gopinath" userId="e9a9dd1db8378b80" providerId="LiveId" clId="{64DCDE5B-CE3B-4F0F-9CC8-86664A21576E}" dt="2025-11-19T04:34:36.336" v="569" actId="122"/>
          <ac:spMkLst>
            <pc:docMk/>
            <pc:sldMk cId="0" sldId="394"/>
            <ac:spMk id="10" creationId="{00000000-0000-0000-0000-000000000000}"/>
          </ac:spMkLst>
        </pc:spChg>
      </pc:sldChg>
      <pc:sldChg chg="addSp delSp modSp mod">
        <pc:chgData name="Mouthika Gopinath" userId="e9a9dd1db8378b80" providerId="LiveId" clId="{64DCDE5B-CE3B-4F0F-9CC8-86664A21576E}" dt="2025-11-19T04:33:08.691" v="555" actId="14100"/>
        <pc:sldMkLst>
          <pc:docMk/>
          <pc:sldMk cId="1401790745" sldId="398"/>
        </pc:sldMkLst>
        <pc:picChg chg="add mod">
          <ac:chgData name="Mouthika Gopinath" userId="e9a9dd1db8378b80" providerId="LiveId" clId="{64DCDE5B-CE3B-4F0F-9CC8-86664A21576E}" dt="2025-11-19T04:33:08.691" v="555" actId="14100"/>
          <ac:picMkLst>
            <pc:docMk/>
            <pc:sldMk cId="1401790745" sldId="398"/>
            <ac:picMk id="6" creationId="{2C1C213C-BE1B-4829-1097-7529F908AA7F}"/>
          </ac:picMkLst>
        </pc:picChg>
      </pc:sldChg>
      <pc:sldChg chg="modSp mod">
        <pc:chgData name="Mouthika Gopinath" userId="e9a9dd1db8378b80" providerId="LiveId" clId="{64DCDE5B-CE3B-4F0F-9CC8-86664A21576E}" dt="2025-11-19T04:33:58.816" v="561" actId="120"/>
        <pc:sldMkLst>
          <pc:docMk/>
          <pc:sldMk cId="2871368585" sldId="399"/>
        </pc:sldMkLst>
        <pc:spChg chg="mod">
          <ac:chgData name="Mouthika Gopinath" userId="e9a9dd1db8378b80" providerId="LiveId" clId="{64DCDE5B-CE3B-4F0F-9CC8-86664A21576E}" dt="2025-11-18T14:53:30.925" v="519" actId="2711"/>
          <ac:spMkLst>
            <pc:docMk/>
            <pc:sldMk cId="2871368585" sldId="399"/>
            <ac:spMk id="2" creationId="{00000000-0000-0000-0000-000000000000}"/>
          </ac:spMkLst>
        </pc:spChg>
        <pc:spChg chg="mod">
          <ac:chgData name="Mouthika Gopinath" userId="e9a9dd1db8378b80" providerId="LiveId" clId="{64DCDE5B-CE3B-4F0F-9CC8-86664A21576E}" dt="2025-11-18T14:53:30.925" v="519" actId="2711"/>
          <ac:spMkLst>
            <pc:docMk/>
            <pc:sldMk cId="2871368585" sldId="399"/>
            <ac:spMk id="7" creationId="{00000000-0000-0000-0000-000000000000}"/>
          </ac:spMkLst>
        </pc:spChg>
        <pc:spChg chg="mod">
          <ac:chgData name="Mouthika Gopinath" userId="e9a9dd1db8378b80" providerId="LiveId" clId="{64DCDE5B-CE3B-4F0F-9CC8-86664A21576E}" dt="2025-11-18T14:53:30.925" v="519" actId="2711"/>
          <ac:spMkLst>
            <pc:docMk/>
            <pc:sldMk cId="2871368585" sldId="399"/>
            <ac:spMk id="10" creationId="{00000000-0000-0000-0000-000000000000}"/>
          </ac:spMkLst>
        </pc:spChg>
        <pc:graphicFrameChg chg="mod modGraphic">
          <ac:chgData name="Mouthika Gopinath" userId="e9a9dd1db8378b80" providerId="LiveId" clId="{64DCDE5B-CE3B-4F0F-9CC8-86664A21576E}" dt="2025-11-19T04:33:58.816" v="561" actId="120"/>
          <ac:graphicFrameMkLst>
            <pc:docMk/>
            <pc:sldMk cId="2871368585" sldId="399"/>
            <ac:graphicFrameMk id="3" creationId="{00000000-0000-0000-0000-000000000000}"/>
          </ac:graphicFrameMkLst>
        </pc:graphicFrameChg>
      </pc:sldChg>
      <pc:sldChg chg="modSp mod">
        <pc:chgData name="Mouthika Gopinath" userId="e9a9dd1db8378b80" providerId="LiveId" clId="{64DCDE5B-CE3B-4F0F-9CC8-86664A21576E}" dt="2025-11-19T04:32:59.407" v="553" actId="2711"/>
        <pc:sldMkLst>
          <pc:docMk/>
          <pc:sldMk cId="3184909047" sldId="400"/>
        </pc:sldMkLst>
        <pc:spChg chg="mod">
          <ac:chgData name="Mouthika Gopinath" userId="e9a9dd1db8378b80" providerId="LiveId" clId="{64DCDE5B-CE3B-4F0F-9CC8-86664A21576E}" dt="2025-11-19T04:32:59.407" v="553" actId="2711"/>
          <ac:spMkLst>
            <pc:docMk/>
            <pc:sldMk cId="3184909047" sldId="400"/>
            <ac:spMk id="3" creationId="{00000000-0000-0000-0000-000000000000}"/>
          </ac:spMkLst>
        </pc:spChg>
      </pc:sldChg>
      <pc:sldChg chg="addSp delSp modSp mod">
        <pc:chgData name="Mouthika Gopinath" userId="e9a9dd1db8378b80" providerId="LiveId" clId="{64DCDE5B-CE3B-4F0F-9CC8-86664A21576E}" dt="2025-11-19T04:34:51.773" v="572" actId="122"/>
        <pc:sldMkLst>
          <pc:docMk/>
          <pc:sldMk cId="1524044671" sldId="404"/>
        </pc:sldMkLst>
        <pc:spChg chg="mod">
          <ac:chgData name="Mouthika Gopinath" userId="e9a9dd1db8378b80" providerId="LiveId" clId="{64DCDE5B-CE3B-4F0F-9CC8-86664A21576E}" dt="2025-11-19T04:34:46.644" v="571" actId="2711"/>
          <ac:spMkLst>
            <pc:docMk/>
            <pc:sldMk cId="1524044671" sldId="404"/>
            <ac:spMk id="2" creationId="{00000000-0000-0000-0000-000000000000}"/>
          </ac:spMkLst>
        </pc:spChg>
        <pc:spChg chg="add mod">
          <ac:chgData name="Mouthika Gopinath" userId="e9a9dd1db8378b80" providerId="LiveId" clId="{64DCDE5B-CE3B-4F0F-9CC8-86664A21576E}" dt="2025-11-19T04:34:46.644" v="571" actId="2711"/>
          <ac:spMkLst>
            <pc:docMk/>
            <pc:sldMk cId="1524044671" sldId="404"/>
            <ac:spMk id="4" creationId="{F1EA1E39-79C5-B0D6-7423-FF11DE391B99}"/>
          </ac:spMkLst>
        </pc:spChg>
        <pc:spChg chg="mod">
          <ac:chgData name="Mouthika Gopinath" userId="e9a9dd1db8378b80" providerId="LiveId" clId="{64DCDE5B-CE3B-4F0F-9CC8-86664A21576E}" dt="2025-11-19T04:34:46.644" v="571" actId="2711"/>
          <ac:spMkLst>
            <pc:docMk/>
            <pc:sldMk cId="1524044671" sldId="404"/>
            <ac:spMk id="7" creationId="{00000000-0000-0000-0000-000000000000}"/>
          </ac:spMkLst>
        </pc:spChg>
        <pc:spChg chg="mod">
          <ac:chgData name="Mouthika Gopinath" userId="e9a9dd1db8378b80" providerId="LiveId" clId="{64DCDE5B-CE3B-4F0F-9CC8-86664A21576E}" dt="2025-11-19T04:34:51.773" v="572" actId="122"/>
          <ac:spMkLst>
            <pc:docMk/>
            <pc:sldMk cId="1524044671" sldId="404"/>
            <ac:spMk id="10" creationId="{00000000-0000-0000-0000-000000000000}"/>
          </ac:spMkLst>
        </pc:spChg>
      </pc:sldChg>
      <pc:sldChg chg="addSp delSp modSp new mod">
        <pc:chgData name="Mouthika Gopinath" userId="e9a9dd1db8378b80" providerId="LiveId" clId="{64DCDE5B-CE3B-4F0F-9CC8-86664A21576E}" dt="2025-11-19T04:26:58.144" v="540" actId="478"/>
        <pc:sldMkLst>
          <pc:docMk/>
          <pc:sldMk cId="1227534052" sldId="405"/>
        </pc:sldMkLst>
        <pc:spChg chg="mod">
          <ac:chgData name="Mouthika Gopinath" userId="e9a9dd1db8378b80" providerId="LiveId" clId="{64DCDE5B-CE3B-4F0F-9CC8-86664A21576E}" dt="2025-11-18T14:51:21.488" v="501" actId="2711"/>
          <ac:spMkLst>
            <pc:docMk/>
            <pc:sldMk cId="1227534052" sldId="405"/>
            <ac:spMk id="2" creationId="{F860A9AD-DDA8-D7F6-03E9-C8E5754DB85C}"/>
          </ac:spMkLst>
        </pc:spChg>
        <pc:spChg chg="mod">
          <ac:chgData name="Mouthika Gopinath" userId="e9a9dd1db8378b80" providerId="LiveId" clId="{64DCDE5B-CE3B-4F0F-9CC8-86664A21576E}" dt="2025-11-18T14:51:21.488" v="501" actId="2711"/>
          <ac:spMkLst>
            <pc:docMk/>
            <pc:sldMk cId="1227534052" sldId="405"/>
            <ac:spMk id="4" creationId="{7AFCF30E-8DB4-FA5A-899C-448CE7C71DFB}"/>
          </ac:spMkLst>
        </pc:spChg>
        <pc:spChg chg="add mod">
          <ac:chgData name="Mouthika Gopinath" userId="e9a9dd1db8378b80" providerId="LiveId" clId="{64DCDE5B-CE3B-4F0F-9CC8-86664A21576E}" dt="2025-11-18T14:51:21.488" v="501" actId="2711"/>
          <ac:spMkLst>
            <pc:docMk/>
            <pc:sldMk cId="1227534052" sldId="405"/>
            <ac:spMk id="6" creationId="{E2561545-BAF9-DFA0-0F87-79803D139E95}"/>
          </ac:spMkLst>
        </pc:spChg>
        <pc:spChg chg="add mod">
          <ac:chgData name="Mouthika Gopinath" userId="e9a9dd1db8378b80" providerId="LiveId" clId="{64DCDE5B-CE3B-4F0F-9CC8-86664A21576E}" dt="2025-11-18T14:51:21.488" v="501" actId="2711"/>
          <ac:spMkLst>
            <pc:docMk/>
            <pc:sldMk cId="1227534052" sldId="405"/>
            <ac:spMk id="8" creationId="{13BB69D4-431E-4962-2E07-5CDC19C0F831}"/>
          </ac:spMkLst>
        </pc:spChg>
        <pc:spChg chg="add mod">
          <ac:chgData name="Mouthika Gopinath" userId="e9a9dd1db8378b80" providerId="LiveId" clId="{64DCDE5B-CE3B-4F0F-9CC8-86664A21576E}" dt="2025-11-18T14:51:21.488" v="501" actId="2711"/>
          <ac:spMkLst>
            <pc:docMk/>
            <pc:sldMk cId="1227534052" sldId="405"/>
            <ac:spMk id="10" creationId="{F269367D-B392-0087-AA8E-67EA5EF331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56805-9FF0-4934-BDCD-CD6CD9C90D87}"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34487-34A5-4CE5-B125-65C7AA3A2447}" type="slidenum">
              <a:rPr lang="en-US" smtClean="0"/>
              <a:t>‹#›</a:t>
            </a:fld>
            <a:endParaRPr lang="en-US"/>
          </a:p>
        </p:txBody>
      </p:sp>
    </p:spTree>
    <p:extLst>
      <p:ext uri="{BB962C8B-B14F-4D97-AF65-F5344CB8AC3E}">
        <p14:creationId xmlns:p14="http://schemas.microsoft.com/office/powerpoint/2010/main" val="188586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4EB8EBC-5222-431C-84DD-DD60662C159C}" type="datetime3">
              <a:rPr lang="en-US" smtClean="0"/>
              <a:t>22 November 2025</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9DF8F-09D3-46AE-87C0-0E6AC09D07A6}" type="datetime3">
              <a:rPr lang="en-US" smtClean="0"/>
              <a:t>22 November 2025</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53FD35-0CB4-474A-9599-30C5D4C0E287}" type="datetime3">
              <a:rPr lang="en-US" smtClean="0"/>
              <a:t>22 November 2025</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DD382-1684-47A7-8447-FF64349E7EA4}" type="datetime3">
              <a:rPr lang="en-US" smtClean="0"/>
              <a:t>22 November 2025</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666D20-7225-440A-88E7-D6F958D48F89}" type="datetime3">
              <a:rPr lang="en-US" smtClean="0"/>
              <a:t>22 November 2025</a:t>
            </a:fld>
            <a:endParaRPr lang="en-US" dirty="0"/>
          </a:p>
        </p:txBody>
      </p:sp>
      <p:sp>
        <p:nvSpPr>
          <p:cNvPr id="8" name="Footer Placeholder 7"/>
          <p:cNvSpPr>
            <a:spLocks noGrp="1"/>
          </p:cNvSpPr>
          <p:nvPr>
            <p:ph type="ftr" sz="quarter" idx="11"/>
          </p:nvPr>
        </p:nvSpPr>
        <p:spPr/>
        <p:txBody>
          <a:bodyPr/>
          <a:lstStyle/>
          <a:p>
            <a:r>
              <a:rPr lang="en-US"/>
              <a:t>INT500 REVIEW - 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CB1683-EA87-4A2C-B387-AB50EB5CC6D6}" type="datetime3">
              <a:rPr lang="en-US" smtClean="0"/>
              <a:t>22 November 2025</a:t>
            </a:fld>
            <a:endParaRPr lang="en-US" dirty="0"/>
          </a:p>
        </p:txBody>
      </p:sp>
      <p:sp>
        <p:nvSpPr>
          <p:cNvPr id="4" name="Footer Placeholder 3"/>
          <p:cNvSpPr>
            <a:spLocks noGrp="1"/>
          </p:cNvSpPr>
          <p:nvPr>
            <p:ph type="ftr" sz="quarter" idx="11"/>
          </p:nvPr>
        </p:nvSpPr>
        <p:spPr/>
        <p:txBody>
          <a:bodyPr/>
          <a:lstStyle/>
          <a:p>
            <a:r>
              <a:rPr lang="en-US"/>
              <a:t>INT500 REVIEW - 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2D354-87FD-45C8-B30B-40E925ADA766}" type="datetime3">
              <a:rPr lang="en-US" smtClean="0"/>
              <a:t>22 November 2025</a:t>
            </a:fld>
            <a:endParaRPr lang="en-US" dirty="0"/>
          </a:p>
        </p:txBody>
      </p:sp>
      <p:sp>
        <p:nvSpPr>
          <p:cNvPr id="3" name="Footer Placeholder 2"/>
          <p:cNvSpPr>
            <a:spLocks noGrp="1"/>
          </p:cNvSpPr>
          <p:nvPr>
            <p:ph type="ftr" sz="quarter" idx="11"/>
          </p:nvPr>
        </p:nvSpPr>
        <p:spPr/>
        <p:txBody>
          <a:bodyPr/>
          <a:lstStyle/>
          <a:p>
            <a:r>
              <a:rPr lang="en-US"/>
              <a:t>INT500 REVIEW - 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36FCBC9-030E-4CA2-939A-297D2E5B0AF9}" type="datetime3">
              <a:rPr lang="en-US" smtClean="0"/>
              <a:t>22 November 2025</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5BC5EF5-3D0C-410F-81FA-0155F6DDC1A3}" type="datetime3">
              <a:rPr lang="en-US" smtClean="0"/>
              <a:t>22 November 2025</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8E28DC-53CF-4642-AB77-F3F3B8864F72}" type="datetime3">
              <a:rPr lang="en-US" smtClean="0"/>
              <a:t>22 November 2025</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67ACE5-42CA-4EDC-8760-DD2585F04707}" type="datetime3">
              <a:rPr lang="en-US" smtClean="0"/>
              <a:t>22 November 2025</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EE8C92B-93F9-4684-984D-12FC30565B2E}" type="datetime3">
              <a:rPr lang="en-US" smtClean="0"/>
              <a:t>22 November 2025</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INT500 REVIEW - I</a:t>
            </a:r>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mc:Choice>
    <mc:Fallback xmlns="">
      <p:transition spd="slow"/>
    </mc:Fallback>
  </mc:AlternateConten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0" y="1288225"/>
            <a:ext cx="9144000" cy="1143477"/>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pPr>
            <a:r>
              <a:rPr lang="en-US" sz="3600" b="1" dirty="0">
                <a:solidFill>
                  <a:srgbClr val="C00000"/>
                </a:solidFill>
                <a:latin typeface="Times New Roman" pitchFamily="18" charset="0"/>
                <a:cs typeface="Times New Roman" pitchFamily="18" charset="0"/>
              </a:rPr>
              <a:t>Headlight Control System using LDR + Ultrasonic Sensor</a:t>
            </a:r>
          </a:p>
        </p:txBody>
      </p:sp>
      <p:sp>
        <p:nvSpPr>
          <p:cNvPr id="6" name="TextBox 5"/>
          <p:cNvSpPr txBox="1"/>
          <p:nvPr/>
        </p:nvSpPr>
        <p:spPr>
          <a:xfrm>
            <a:off x="403500" y="3820278"/>
            <a:ext cx="3028393" cy="923330"/>
          </a:xfrm>
          <a:prstGeom prst="rect">
            <a:avLst/>
          </a:prstGeom>
          <a:noFill/>
        </p:spPr>
        <p:txBody>
          <a:bodyPr wrap="square" rtlCol="0">
            <a:spAutoFit/>
          </a:bodyPr>
          <a:lstStyle/>
          <a:p>
            <a:r>
              <a:rPr lang="en-IN" b="1" dirty="0">
                <a:solidFill>
                  <a:schemeClr val="accent2">
                    <a:lumMod val="50000"/>
                  </a:schemeClr>
                </a:solidFill>
                <a:latin typeface="Times New Roman" panose="02020603050405020304" pitchFamily="18" charset="0"/>
                <a:cs typeface="Times New Roman" pitchFamily="18" charset="0"/>
              </a:rPr>
              <a:t>Team Members</a:t>
            </a:r>
          </a:p>
          <a:p>
            <a:r>
              <a:rPr lang="en-IN" b="1" dirty="0">
                <a:solidFill>
                  <a:schemeClr val="accent6">
                    <a:lumMod val="50000"/>
                  </a:schemeClr>
                </a:solidFill>
                <a:latin typeface="Times New Roman" pitchFamily="18" charset="0"/>
                <a:cs typeface="Times New Roman" pitchFamily="18" charset="0"/>
              </a:rPr>
              <a:t>1. Mouthika G (E0524003 )</a:t>
            </a:r>
          </a:p>
          <a:p>
            <a:r>
              <a:rPr lang="en-IN" b="1" dirty="0">
                <a:solidFill>
                  <a:schemeClr val="accent6">
                    <a:lumMod val="50000"/>
                  </a:schemeClr>
                </a:solidFill>
                <a:latin typeface="Times New Roman" pitchFamily="18" charset="0"/>
                <a:cs typeface="Times New Roman" pitchFamily="18" charset="0"/>
              </a:rPr>
              <a:t>2. Hariganesh V (E0524007)</a:t>
            </a:r>
          </a:p>
        </p:txBody>
      </p:sp>
      <p:sp>
        <p:nvSpPr>
          <p:cNvPr id="10" name="TextBox 9"/>
          <p:cNvSpPr txBox="1"/>
          <p:nvPr/>
        </p:nvSpPr>
        <p:spPr>
          <a:xfrm>
            <a:off x="5208141" y="3943171"/>
            <a:ext cx="3354612" cy="923330"/>
          </a:xfrm>
          <a:prstGeom prst="rect">
            <a:avLst/>
          </a:prstGeom>
          <a:noFill/>
        </p:spPr>
        <p:txBody>
          <a:bodyPr wrap="square" rtlCol="0">
            <a:spAutoFit/>
          </a:bodyPr>
          <a:lstStyle/>
          <a:p>
            <a:r>
              <a:rPr lang="en-US" b="1" dirty="0">
                <a:solidFill>
                  <a:schemeClr val="accent2">
                    <a:lumMod val="50000"/>
                  </a:schemeClr>
                </a:solidFill>
                <a:latin typeface="Times New Roman" pitchFamily="18" charset="0"/>
                <a:cs typeface="Times New Roman" pitchFamily="18" charset="0"/>
              </a:rPr>
              <a:t>Examiner 1:Dr.S.Narasimman </a:t>
            </a:r>
          </a:p>
          <a:p>
            <a:r>
              <a:rPr lang="en-US" b="1" dirty="0">
                <a:solidFill>
                  <a:schemeClr val="accent2">
                    <a:lumMod val="50000"/>
                  </a:schemeClr>
                </a:solidFill>
                <a:latin typeface="Times New Roman" pitchFamily="18" charset="0"/>
                <a:cs typeface="Times New Roman" pitchFamily="18" charset="0"/>
              </a:rPr>
              <a:t>Examiner 2:Ms.Rhevathi </a:t>
            </a:r>
            <a:endParaRPr lang="en-IN" b="1" dirty="0">
              <a:solidFill>
                <a:schemeClr val="accent2">
                  <a:lumMod val="50000"/>
                </a:schemeClr>
              </a:solidFill>
              <a:latin typeface="Times New Roman" panose="02020603050405020304" pitchFamily="18" charset="0"/>
              <a:cs typeface="Times New Roman" pitchFamily="18" charset="0"/>
            </a:endParaRPr>
          </a:p>
          <a:p>
            <a:endParaRPr lang="en-IN" b="1" dirty="0">
              <a:solidFill>
                <a:schemeClr val="accent5">
                  <a:lumMod val="50000"/>
                </a:schemeClr>
              </a:solidFill>
              <a:latin typeface="Times New Roman" panose="02020603050405020304" pitchFamily="18" charset="0"/>
              <a:cs typeface="Times New Roman" pitchFamily="18" charset="0"/>
            </a:endParaRPr>
          </a:p>
        </p:txBody>
      </p:sp>
      <p:sp>
        <p:nvSpPr>
          <p:cNvPr id="8" name="TextBox 7"/>
          <p:cNvSpPr txBox="1"/>
          <p:nvPr/>
        </p:nvSpPr>
        <p:spPr>
          <a:xfrm>
            <a:off x="2074883" y="2510028"/>
            <a:ext cx="5076198" cy="400110"/>
          </a:xfrm>
          <a:prstGeom prst="rect">
            <a:avLst/>
          </a:prstGeom>
          <a:noFill/>
        </p:spPr>
        <p:txBody>
          <a:bodyPr wrap="none" rtlCol="0">
            <a:spAutoFit/>
          </a:bodyPr>
          <a:lstStyle/>
          <a:p>
            <a:pPr algn="ctr"/>
            <a:r>
              <a:rPr lang="en-US" sz="2000" b="1" dirty="0">
                <a:latin typeface="Times New Roman" panose="02020603050405020304" pitchFamily="18" charset="0"/>
                <a:cs typeface="Times New Roman" pitchFamily="18" charset="0"/>
              </a:rPr>
              <a:t>Arduino for internet of Things (</a:t>
            </a:r>
            <a:r>
              <a:rPr lang="en-US" sz="2000" b="1" dirty="0" err="1">
                <a:latin typeface="Times New Roman" panose="02020603050405020304" pitchFamily="18" charset="0"/>
                <a:cs typeface="Times New Roman" pitchFamily="18" charset="0"/>
              </a:rPr>
              <a:t>loT</a:t>
            </a:r>
            <a:r>
              <a:rPr lang="en-US" sz="2000" b="1" dirty="0">
                <a:latin typeface="Times New Roman" panose="02020603050405020304" pitchFamily="18" charset="0"/>
                <a:cs typeface="Times New Roman" pitchFamily="18" charset="0"/>
              </a:rPr>
              <a:t> Projects)</a:t>
            </a:r>
            <a:endParaRPr lang="en-IN" sz="2000" b="1" dirty="0">
              <a:latin typeface="Times New Roman" panose="02020603050405020304" pitchFamily="18" charset="0"/>
              <a:cs typeface="Times New Roman" pitchFamily="18" charset="0"/>
            </a:endParaRPr>
          </a:p>
        </p:txBody>
      </p:sp>
      <p:sp>
        <p:nvSpPr>
          <p:cNvPr id="12" name="TextBox 11"/>
          <p:cNvSpPr txBox="1"/>
          <p:nvPr/>
        </p:nvSpPr>
        <p:spPr>
          <a:xfrm>
            <a:off x="3511478" y="3165153"/>
            <a:ext cx="2203008" cy="400110"/>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itchFamily="18" charset="0"/>
              </a:rPr>
              <a:t>Date: 26-11-2025</a:t>
            </a:r>
          </a:p>
        </p:txBody>
      </p:sp>
      <p:pic>
        <p:nvPicPr>
          <p:cNvPr id="13" name="image1.png"/>
          <p:cNvPicPr preferRelativeResize="0"/>
          <p:nvPr/>
        </p:nvPicPr>
        <p:blipFill>
          <a:blip r:embed="rId2"/>
          <a:srcRect/>
          <a:stretch>
            <a:fillRect/>
          </a:stretch>
        </p:blipFill>
        <p:spPr>
          <a:xfrm>
            <a:off x="673472" y="229517"/>
            <a:ext cx="7797055" cy="902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lgn="just"/>
            <a:fld id="{D57F1E4F-1CFF-5643-939E-217C01CDF565}" type="slidenum">
              <a:rPr lang="en-US" smtClean="0">
                <a:solidFill>
                  <a:srgbClr val="C00000"/>
                </a:solidFill>
                <a:latin typeface="Times New Roman" panose="02020603050405020304" pitchFamily="18" charset="0"/>
                <a:cs typeface="Times New Roman" pitchFamily="18" charset="0"/>
              </a:rPr>
              <a:pPr algn="just"/>
              <a:t>2</a:t>
            </a:fld>
            <a:endParaRPr lang="en-US" dirty="0">
              <a:solidFill>
                <a:srgbClr val="C00000"/>
              </a:solidFill>
              <a:latin typeface="Times New Roman" panose="02020603050405020304" pitchFamily="18" charset="0"/>
              <a:cs typeface="Times New Roman" pitchFamily="18" charset="0"/>
            </a:endParaRPr>
          </a:p>
        </p:txBody>
      </p:sp>
      <p:sp>
        <p:nvSpPr>
          <p:cNvPr id="20" name="Title 1"/>
          <p:cNvSpPr>
            <a:spLocks noGrp="1"/>
          </p:cNvSpPr>
          <p:nvPr>
            <p:ph type="title"/>
          </p:nvPr>
        </p:nvSpPr>
        <p:spPr>
          <a:xfrm>
            <a:off x="1020392" y="110965"/>
            <a:ext cx="7103215" cy="525900"/>
          </a:xfrm>
        </p:spPr>
        <p:txBody>
          <a:bodyPr>
            <a:noAutofit/>
          </a:bodyPr>
          <a:lstStyle/>
          <a:p>
            <a:pPr algn="just">
              <a:lnSpc>
                <a:spcPct val="107000"/>
              </a:lnSpc>
              <a:spcBef>
                <a:spcPts val="0"/>
              </a:spcBef>
              <a:spcAft>
                <a:spcPts val="450"/>
              </a:spcAft>
            </a:pPr>
            <a:r>
              <a:rPr lang="en-US"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INTRODUCTION </a:t>
            </a:r>
            <a:br>
              <a:rPr lang="en-US"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b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628650" y="1725364"/>
            <a:ext cx="7358903" cy="1200329"/>
          </a:xfrm>
          <a:prstGeom prst="rect">
            <a:avLst/>
          </a:prstGeom>
          <a:noFill/>
        </p:spPr>
        <p:txBody>
          <a:bodyPr wrap="square" rtlCol="0">
            <a:spAutoFit/>
          </a:bodyPr>
          <a:lstStyle/>
          <a:p>
            <a:pPr algn="just"/>
            <a:r>
              <a:rPr lang="en-GB" sz="1600" b="1" dirty="0">
                <a:solidFill>
                  <a:srgbClr val="C00000"/>
                </a:solidFill>
                <a:latin typeface="Times New Roman" panose="02020603050405020304" pitchFamily="18" charset="0"/>
                <a:cs typeface="Times New Roman" pitchFamily="18" charset="0"/>
              </a:rPr>
              <a:t>Applications</a:t>
            </a:r>
          </a:p>
          <a:p>
            <a:pPr algn="just"/>
            <a:r>
              <a:rPr lang="en-US" sz="1400" dirty="0">
                <a:latin typeface="Times New Roman" panose="02020603050405020304" pitchFamily="18" charset="0"/>
                <a:cs typeface="Times New Roman" panose="02020603050405020304" pitchFamily="18" charset="0"/>
              </a:rPr>
              <a:t>Can be applied in low-cost intelligent transportation projects.</a:t>
            </a:r>
          </a:p>
          <a:p>
            <a:pPr algn="just"/>
            <a:r>
              <a:rPr lang="en-US" sz="1400" dirty="0">
                <a:latin typeface="Times New Roman" panose="02020603050405020304" pitchFamily="18" charset="0"/>
                <a:cs typeface="Times New Roman" panose="02020603050405020304" pitchFamily="18" charset="0"/>
              </a:rPr>
              <a:t>Useful in smart lighting and safety systems.</a:t>
            </a:r>
          </a:p>
          <a:p>
            <a:pPr algn="just"/>
            <a:r>
              <a:rPr lang="en-US" sz="1400" dirty="0">
                <a:latin typeface="Times New Roman" panose="02020603050405020304" pitchFamily="18" charset="0"/>
                <a:cs typeface="Times New Roman" panose="02020603050405020304" pitchFamily="18" charset="0"/>
              </a:rPr>
              <a:t>Helpful for bicycles and motorcycles to prevent glare.</a:t>
            </a:r>
          </a:p>
          <a:p>
            <a:pPr algn="just"/>
            <a:r>
              <a:rPr lang="en-US" sz="1400" dirty="0">
                <a:latin typeface="Times New Roman" panose="02020603050405020304" pitchFamily="18" charset="0"/>
                <a:cs typeface="Times New Roman" panose="02020603050405020304" pitchFamily="18" charset="0"/>
              </a:rPr>
              <a:t>Used in vehicles for automatic headlight brightness control.</a:t>
            </a:r>
            <a:endParaRPr lang="en-GB" sz="1400" b="1" dirty="0">
              <a:solidFill>
                <a:srgbClr val="C00000"/>
              </a:solidFill>
              <a:latin typeface="Times New Roman" panose="02020603050405020304" pitchFamily="18" charset="0"/>
              <a:cs typeface="Times New Roman" pitchFamily="18" charset="0"/>
            </a:endParaRPr>
          </a:p>
        </p:txBody>
      </p:sp>
      <p:sp>
        <p:nvSpPr>
          <p:cNvPr id="6" name="TextBox 5"/>
          <p:cNvSpPr txBox="1"/>
          <p:nvPr/>
        </p:nvSpPr>
        <p:spPr>
          <a:xfrm>
            <a:off x="628650" y="636865"/>
            <a:ext cx="7886700" cy="984885"/>
          </a:xfrm>
          <a:prstGeom prst="rect">
            <a:avLst/>
          </a:prstGeom>
          <a:noFill/>
        </p:spPr>
        <p:txBody>
          <a:bodyPr wrap="square" rtlCol="0">
            <a:spAutoFit/>
          </a:bodyPr>
          <a:lstStyle/>
          <a:p>
            <a:pPr algn="just"/>
            <a:r>
              <a:rPr lang="en-GB" sz="1600" b="1" dirty="0">
                <a:solidFill>
                  <a:srgbClr val="C00000"/>
                </a:solidFill>
                <a:latin typeface="Times New Roman" panose="02020603050405020304" pitchFamily="18" charset="0"/>
                <a:cs typeface="Times New Roman" pitchFamily="18" charset="0"/>
              </a:rPr>
              <a:t>Need for the technology</a:t>
            </a:r>
          </a:p>
          <a:p>
            <a:pPr algn="just"/>
            <a:r>
              <a:rPr lang="en-US" sz="1400" dirty="0">
                <a:latin typeface="Times New Roman" panose="02020603050405020304" pitchFamily="18" charset="0"/>
                <a:cs typeface="Times New Roman" panose="02020603050405020304" pitchFamily="18" charset="0"/>
              </a:rPr>
              <a:t>There is a growing need to automatically adjust vehicle headlights to prevent glare and ensure safe night driving. This technology provides a low-cost, real-time solution that adapts brightness based on ambient light and approaching objects.</a:t>
            </a:r>
            <a:endParaRPr lang="en-GB" sz="1400" b="1" dirty="0">
              <a:solidFill>
                <a:srgbClr val="C00000"/>
              </a:solidFill>
              <a:latin typeface="Times New Roman" panose="02020603050405020304" pitchFamily="18" charset="0"/>
              <a:cs typeface="Times New Roman" pitchFamily="18" charset="0"/>
            </a:endParaRPr>
          </a:p>
        </p:txBody>
      </p:sp>
      <p:sp>
        <p:nvSpPr>
          <p:cNvPr id="8" name="TextBox 7"/>
          <p:cNvSpPr txBox="1"/>
          <p:nvPr/>
        </p:nvSpPr>
        <p:spPr>
          <a:xfrm>
            <a:off x="628650" y="3132921"/>
            <a:ext cx="5608046" cy="1477328"/>
          </a:xfrm>
          <a:prstGeom prst="rect">
            <a:avLst/>
          </a:prstGeom>
          <a:noFill/>
        </p:spPr>
        <p:txBody>
          <a:bodyPr wrap="square" rtlCol="0">
            <a:spAutoFit/>
          </a:bodyPr>
          <a:lstStyle/>
          <a:p>
            <a:pPr algn="just"/>
            <a:r>
              <a:rPr lang="en-GB" sz="1600" b="1" dirty="0">
                <a:solidFill>
                  <a:srgbClr val="C00000"/>
                </a:solidFill>
                <a:latin typeface="Times New Roman" panose="02020603050405020304" pitchFamily="18" charset="0"/>
                <a:cs typeface="Times New Roman" pitchFamily="18" charset="0"/>
              </a:rPr>
              <a:t>Challenges to be addressed</a:t>
            </a:r>
          </a:p>
          <a:p>
            <a:pPr algn="just"/>
            <a:r>
              <a:rPr lang="en-US" sz="1400" dirty="0">
                <a:latin typeface="Times New Roman" panose="02020603050405020304" pitchFamily="18" charset="0"/>
                <a:cs typeface="Times New Roman" panose="02020603050405020304" pitchFamily="18" charset="0"/>
              </a:rPr>
              <a:t>Detecting accurate light levels under rapidly changing conditions.</a:t>
            </a:r>
          </a:p>
          <a:p>
            <a:pPr algn="just"/>
            <a:r>
              <a:rPr lang="en-US" sz="1400" dirty="0">
                <a:latin typeface="Times New Roman" panose="02020603050405020304" pitchFamily="18" charset="0"/>
                <a:cs typeface="Times New Roman" panose="02020603050405020304" pitchFamily="18" charset="0"/>
              </a:rPr>
              <a:t>Measuring distance reliably despite sensor noise or obstacles.</a:t>
            </a:r>
          </a:p>
          <a:p>
            <a:pPr algn="just"/>
            <a:r>
              <a:rPr lang="en-US" sz="1400" dirty="0">
                <a:latin typeface="Times New Roman" panose="02020603050405020304" pitchFamily="18" charset="0"/>
                <a:cs typeface="Times New Roman" panose="02020603050405020304" pitchFamily="18" charset="0"/>
              </a:rPr>
              <a:t>Avoiding false triggering due to reflections or ambient light variations.</a:t>
            </a:r>
          </a:p>
          <a:p>
            <a:pPr algn="just"/>
            <a:r>
              <a:rPr lang="en-US" sz="1400" dirty="0">
                <a:latin typeface="Times New Roman" panose="02020603050405020304" pitchFamily="18" charset="0"/>
                <a:cs typeface="Times New Roman" panose="02020603050405020304" pitchFamily="18" charset="0"/>
              </a:rPr>
              <a:t>Ensuring smooth and stable LED brightness changes without flicker.</a:t>
            </a:r>
          </a:p>
          <a:p>
            <a:pPr algn="just"/>
            <a:endParaRPr lang="en-GB" b="1" dirty="0">
              <a:solidFill>
                <a:srgbClr val="C00000"/>
              </a:solidFill>
              <a:latin typeface="Times New Roman" panose="02020603050405020304" pitchFamily="18" charset="0"/>
              <a:cs typeface="Times New Roman" pitchFamily="18" charset="0"/>
            </a:endParaRPr>
          </a:p>
        </p:txBody>
      </p:sp>
      <p:sp>
        <p:nvSpPr>
          <p:cNvPr id="3" name="Date Placeholder 2"/>
          <p:cNvSpPr>
            <a:spLocks noGrp="1"/>
          </p:cNvSpPr>
          <p:nvPr>
            <p:ph type="dt" sz="half" idx="10"/>
          </p:nvPr>
        </p:nvSpPr>
        <p:spPr/>
        <p:txBody>
          <a:bodyPr/>
          <a:lstStyle/>
          <a:p>
            <a:pPr algn="just"/>
            <a:fld id="{E019806D-BBF9-4065-82F1-BB4B2025BF7F}" type="datetime3">
              <a:rPr lang="en-US" smtClean="0">
                <a:latin typeface="Times New Roman" panose="02020603050405020304" pitchFamily="18" charset="0"/>
                <a:cs typeface="Times New Roman" panose="02020603050405020304" pitchFamily="18" charset="0"/>
              </a:rPr>
              <a:pPr algn="just"/>
              <a:t>22 November 2025</a:t>
            </a:fld>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60A9AD-DDA8-D7F6-03E9-C8E5754DB85C}"/>
              </a:ext>
            </a:extLst>
          </p:cNvPr>
          <p:cNvSpPr>
            <a:spLocks noGrp="1"/>
          </p:cNvSpPr>
          <p:nvPr>
            <p:ph type="dt" sz="half" idx="10"/>
          </p:nvPr>
        </p:nvSpPr>
        <p:spPr/>
        <p:txBody>
          <a:bodyPr/>
          <a:lstStyle/>
          <a:p>
            <a:fld id="{56E2D354-87FD-45C8-B30B-40E925ADA766}" type="datetime3">
              <a:rPr lang="en-US" smtClean="0">
                <a:latin typeface="Times New Roman" panose="02020603050405020304" pitchFamily="18" charset="0"/>
                <a:cs typeface="Times New Roman" panose="02020603050405020304" pitchFamily="18" charset="0"/>
              </a:rPr>
              <a:t>22 November 2025</a:t>
            </a:fld>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AFCF30E-8DB4-FA5A-899C-448CE7C71DFB}"/>
              </a:ext>
            </a:extLst>
          </p:cNvPr>
          <p:cNvSpPr>
            <a:spLocks noGrp="1"/>
          </p:cNvSpPr>
          <p:nvPr>
            <p:ph type="sldNum" sz="quarter" idx="12"/>
          </p:nvPr>
        </p:nvSpPr>
        <p:spPr/>
        <p:txBody>
          <a:bodyPr/>
          <a:lstStyle/>
          <a:p>
            <a:fld id="{D57F1E4F-1CFF-5643-939E-217C01CDF565}"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2561545-BAF9-DFA0-0F87-79803D139E95}"/>
              </a:ext>
            </a:extLst>
          </p:cNvPr>
          <p:cNvSpPr txBox="1"/>
          <p:nvPr/>
        </p:nvSpPr>
        <p:spPr>
          <a:xfrm>
            <a:off x="2286000" y="102392"/>
            <a:ext cx="4572000" cy="369332"/>
          </a:xfrm>
          <a:prstGeom prst="rect">
            <a:avLst/>
          </a:prstGeom>
          <a:noFill/>
        </p:spPr>
        <p:txBody>
          <a:bodyPr wrap="square">
            <a:spAutoFit/>
          </a:bodyPr>
          <a:lstStyle/>
          <a:p>
            <a:pPr algn="ctr"/>
            <a:r>
              <a:rPr lang="en-US" sz="18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3BB69D4-431E-4962-2E07-5CDC19C0F831}"/>
              </a:ext>
            </a:extLst>
          </p:cNvPr>
          <p:cNvSpPr txBox="1"/>
          <p:nvPr/>
        </p:nvSpPr>
        <p:spPr>
          <a:xfrm>
            <a:off x="628650" y="737229"/>
            <a:ext cx="4572000" cy="338554"/>
          </a:xfrm>
          <a:prstGeom prst="rect">
            <a:avLst/>
          </a:prstGeom>
          <a:noFill/>
        </p:spPr>
        <p:txBody>
          <a:bodyPr wrap="square">
            <a:spAutoFit/>
          </a:bodyPr>
          <a:lstStyle/>
          <a:p>
            <a:r>
              <a:rPr lang="en-GB" sz="1600" b="1" dirty="0">
                <a:solidFill>
                  <a:srgbClr val="C00000"/>
                </a:solidFill>
                <a:latin typeface="Times New Roman" panose="02020603050405020304" pitchFamily="18" charset="0"/>
                <a:cs typeface="Times New Roman" pitchFamily="18" charset="0"/>
              </a:rPr>
              <a:t>Motivation behind the study</a:t>
            </a:r>
          </a:p>
        </p:txBody>
      </p:sp>
      <p:sp>
        <p:nvSpPr>
          <p:cNvPr id="10" name="TextBox 9">
            <a:extLst>
              <a:ext uri="{FF2B5EF4-FFF2-40B4-BE49-F238E27FC236}">
                <a16:creationId xmlns:a16="http://schemas.microsoft.com/office/drawing/2014/main" id="{F269367D-B392-0087-AA8E-67EA5EF33107}"/>
              </a:ext>
            </a:extLst>
          </p:cNvPr>
          <p:cNvSpPr txBox="1"/>
          <p:nvPr/>
        </p:nvSpPr>
        <p:spPr>
          <a:xfrm>
            <a:off x="628650" y="1106561"/>
            <a:ext cx="8125606" cy="1600438"/>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motivation behind this study is to reduce night-time accidents caused by improper or overly bright headlights. Many drivers fail to switch between high and low beams at the right time, leading to glare and unsafe driving conditions. By developing an automatic headlight control system, the aim is to improve safety for both the driver and oncoming vehicles. This project also seeks to provide a low-cost, smart lighting solution that can be applied to small vehicles such as motorcycles and bicycles. Additionally, the system helps conserve battery power by adjusting brightness only when required. It also supports the growing need for intelligent and automated vehicle safety technologies in modern transportation.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534052"/>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lgn="just"/>
            <a:fld id="{D57F1E4F-1CFF-5643-939E-217C01CDF565}" type="slidenum">
              <a:rPr lang="en-US" smtClean="0">
                <a:latin typeface="Times New Roman" panose="02020603050405020304" pitchFamily="18" charset="0"/>
                <a:cs typeface="Times New Roman" panose="02020603050405020304" pitchFamily="18" charset="0"/>
              </a:rPr>
              <a:pPr algn="just"/>
              <a:t>4</a:t>
            </a:fld>
            <a:endParaRPr lang="en-US" dirty="0">
              <a:latin typeface="Times New Roman" panose="02020603050405020304" pitchFamily="18" charset="0"/>
              <a:cs typeface="Times New Roman" panose="02020603050405020304" pitchFamily="18" charset="0"/>
            </a:endParaRPr>
          </a:p>
        </p:txBody>
      </p:sp>
      <p:sp>
        <p:nvSpPr>
          <p:cNvPr id="10" name="Title 1"/>
          <p:cNvSpPr>
            <a:spLocks noGrp="1"/>
          </p:cNvSpPr>
          <p:nvPr>
            <p:ph type="title"/>
          </p:nvPr>
        </p:nvSpPr>
        <p:spPr>
          <a:xfrm>
            <a:off x="741281" y="280010"/>
            <a:ext cx="7661438" cy="433523"/>
          </a:xfrm>
        </p:spPr>
        <p:txBody>
          <a:bodyPr>
            <a:noAutofit/>
          </a:bodyPr>
          <a:lstStyle/>
          <a:p>
            <a:pPr algn="just">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741280" y="826786"/>
            <a:ext cx="7661438" cy="1169551"/>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The improper use of high-beam headlights often causes glare and reduces visibility for oncoming drivers, leading to unsafe night-time driving conditions. Small vehicles and bikes typically lack automatic systems to manage high-beam intensity, resulting in manual misuse. To address this issue, a low-cost, sensor-based solution is needed that can detect ambient light and approaching traffic and automatically adjust high-beam brightness to improve overall road safety.</a:t>
            </a:r>
            <a:endParaRPr lang="en-GB" sz="1400" dirty="0">
              <a:latin typeface="Times New Roman" panose="02020603050405020304" pitchFamily="18" charset="0"/>
              <a:cs typeface="Times New Roman" pitchFamily="18" charset="0"/>
            </a:endParaRPr>
          </a:p>
        </p:txBody>
      </p:sp>
      <p:sp>
        <p:nvSpPr>
          <p:cNvPr id="3" name="Date Placeholder 2"/>
          <p:cNvSpPr>
            <a:spLocks noGrp="1"/>
          </p:cNvSpPr>
          <p:nvPr>
            <p:ph type="dt" sz="half" idx="10"/>
          </p:nvPr>
        </p:nvSpPr>
        <p:spPr/>
        <p:txBody>
          <a:bodyPr/>
          <a:lstStyle/>
          <a:p>
            <a:pPr algn="just"/>
            <a:fld id="{5A880E69-CE3A-4D4E-8C11-95F4E85341CB}" type="datetime3">
              <a:rPr lang="en-US" smtClean="0">
                <a:latin typeface="Times New Roman" panose="02020603050405020304" pitchFamily="18" charset="0"/>
                <a:cs typeface="Times New Roman" panose="02020603050405020304" pitchFamily="18" charset="0"/>
              </a:rPr>
              <a:pPr algn="just"/>
              <a:t>22 November 2025</a:t>
            </a:fld>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045FFFF-26C3-9E17-61BD-AA482C58E35A}"/>
              </a:ext>
            </a:extLst>
          </p:cNvPr>
          <p:cNvSpPr txBox="1"/>
          <p:nvPr/>
        </p:nvSpPr>
        <p:spPr>
          <a:xfrm>
            <a:off x="741281" y="2109590"/>
            <a:ext cx="7661437" cy="2657674"/>
          </a:xfrm>
          <a:prstGeom prst="rect">
            <a:avLst/>
          </a:prstGeom>
          <a:noFill/>
        </p:spPr>
        <p:txBody>
          <a:bodyPr wrap="square">
            <a:spAutoFit/>
          </a:bodyPr>
          <a:lstStyle/>
          <a:p>
            <a:pPr algn="just">
              <a:buNone/>
            </a:pPr>
            <a:r>
              <a:rPr lang="en-US" sz="1400" b="1" dirty="0">
                <a:latin typeface="Times New Roman" panose="02020603050405020304" pitchFamily="18" charset="0"/>
                <a:cs typeface="Times New Roman" panose="02020603050405020304" pitchFamily="18" charset="0"/>
              </a:rPr>
              <a:t>Core Method / Algorithm / Technology Used</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Two LDR sensors continuously monitor ambient illumination to distinguish between bright and dark     conditions.</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An HC-SR04 ultrasonic sensor precisely determines the proximity of approaching objects or vehicles.</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Sensor data is interpreted through a classification logic that identifies light intensity and distance levels.</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A rule-based decision algorithm governs whether each headlight operates at FULL or DULL intensity.</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PWM (Pulse Width Modulation) ensures smooth and stable adjustment of LED brightness.</a:t>
            </a: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The Arduino Uno functions as the central controller, integrating sensor inputs and executing real-time intensity regulation</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9342" y="140779"/>
            <a:ext cx="8651828" cy="994172"/>
          </a:xfrm>
        </p:spPr>
        <p:txBody>
          <a:bodyPr/>
          <a:lstStyle/>
          <a:p>
            <a:r>
              <a:rPr lang="en-US" sz="2800" b="1" dirty="0">
                <a:solidFill>
                  <a:srgbClr val="A50021"/>
                </a:solidFill>
                <a:latin typeface="Times New Roman" panose="02020603050405020304" pitchFamily="18" charset="0"/>
                <a:cs typeface="Times New Roman" panose="02020603050405020304" pitchFamily="18" charset="0"/>
              </a:rPr>
              <a:t>OBJECTIVES</a:t>
            </a:r>
            <a:r>
              <a:rPr lang="en-US" sz="3600" b="1" dirty="0">
                <a:solidFill>
                  <a:srgbClr val="A50021"/>
                </a:solidFill>
                <a:latin typeface="Times New Roman" panose="02020603050405020304" pitchFamily="18" charset="0"/>
                <a:cs typeface="Times New Roman" panose="02020603050405020304" pitchFamily="18" charset="0"/>
              </a:rPr>
              <a:t>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t>5</a:t>
            </a:fld>
            <a:endParaRPr lang="en-US" dirty="0"/>
          </a:p>
        </p:txBody>
      </p:sp>
      <p:sp>
        <p:nvSpPr>
          <p:cNvPr id="3" name="TextBox 2"/>
          <p:cNvSpPr txBox="1"/>
          <p:nvPr/>
        </p:nvSpPr>
        <p:spPr>
          <a:xfrm>
            <a:off x="369342" y="1002089"/>
            <a:ext cx="8294012" cy="3139321"/>
          </a:xfrm>
          <a:prstGeom prst="rect">
            <a:avLst/>
          </a:prstGeom>
          <a:noFill/>
        </p:spPr>
        <p:txBody>
          <a:bodyPr wrap="square" rtlCol="0">
            <a:spAutoFit/>
          </a:bodyPr>
          <a:lstStyle/>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an automatic headlight control system that adjusts brightness based on ambient light conditions.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use LDR sensors for accurately detecting bright and dark surroundings.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integrate an ultrasonic sensor for measuring the distance of approaching objects or vehicles.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design a decision-making algorithm that combines both light and distance inputs to control LED intensity.</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prevent glare for oncoming vehicles by dimming headlights when an object is too close.</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improve night-time driving safety using a low-cost, efficient, and real-time control system.</a:t>
            </a:r>
          </a:p>
        </p:txBody>
      </p:sp>
      <p:sp>
        <p:nvSpPr>
          <p:cNvPr id="5" name="Date Placeholder 4"/>
          <p:cNvSpPr>
            <a:spLocks noGrp="1"/>
          </p:cNvSpPr>
          <p:nvPr>
            <p:ph type="dt" sz="half" idx="10"/>
          </p:nvPr>
        </p:nvSpPr>
        <p:spPr/>
        <p:txBody>
          <a:bodyPr/>
          <a:lstStyle/>
          <a:p>
            <a:fld id="{305CE664-CC6B-43B1-BCF8-14EAD95F037A}" type="datetime3">
              <a:rPr lang="en-US" smtClean="0"/>
              <a:t>22 November 2025</a:t>
            </a:fld>
            <a:endParaRPr lang="en-US" dirty="0"/>
          </a:p>
        </p:txBody>
      </p:sp>
    </p:spTree>
    <p:extLst>
      <p:ext uri="{BB962C8B-B14F-4D97-AF65-F5344CB8AC3E}">
        <p14:creationId xmlns:p14="http://schemas.microsoft.com/office/powerpoint/2010/main" val="318490904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6</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WORKFLOW DIAGRAM</a:t>
            </a:r>
          </a:p>
        </p:txBody>
      </p:sp>
      <p:sp>
        <p:nvSpPr>
          <p:cNvPr id="2" name="Date Placeholder 1"/>
          <p:cNvSpPr>
            <a:spLocks noGrp="1"/>
          </p:cNvSpPr>
          <p:nvPr>
            <p:ph type="dt" sz="half" idx="10"/>
          </p:nvPr>
        </p:nvSpPr>
        <p:spPr/>
        <p:txBody>
          <a:bodyPr/>
          <a:lstStyle/>
          <a:p>
            <a:fld id="{DE11E864-39B2-4D9A-938E-DF8E5B1FD578}" type="datetime3">
              <a:rPr lang="en-US" smtClean="0"/>
              <a:t>22 November 2025</a:t>
            </a:fld>
            <a:endParaRPr lang="en-US" dirty="0"/>
          </a:p>
        </p:txBody>
      </p:sp>
      <p:pic>
        <p:nvPicPr>
          <p:cNvPr id="6" name="Picture 5">
            <a:extLst>
              <a:ext uri="{FF2B5EF4-FFF2-40B4-BE49-F238E27FC236}">
                <a16:creationId xmlns:a16="http://schemas.microsoft.com/office/drawing/2014/main" id="{2C1C213C-BE1B-4829-1097-7529F908AA7F}"/>
              </a:ext>
            </a:extLst>
          </p:cNvPr>
          <p:cNvPicPr>
            <a:picLocks noChangeAspect="1"/>
          </p:cNvPicPr>
          <p:nvPr/>
        </p:nvPicPr>
        <p:blipFill>
          <a:blip r:embed="rId2"/>
          <a:stretch>
            <a:fillRect/>
          </a:stretch>
        </p:blipFill>
        <p:spPr>
          <a:xfrm>
            <a:off x="761999" y="727660"/>
            <a:ext cx="7333958" cy="3768782"/>
          </a:xfrm>
          <a:prstGeom prst="rect">
            <a:avLst/>
          </a:prstGeom>
        </p:spPr>
      </p:pic>
    </p:spTree>
    <p:extLst>
      <p:ext uri="{BB962C8B-B14F-4D97-AF65-F5344CB8AC3E}">
        <p14:creationId xmlns:p14="http://schemas.microsoft.com/office/powerpoint/2010/main" val="140179074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MODULES</a:t>
            </a:r>
          </a:p>
        </p:txBody>
      </p:sp>
      <p:graphicFrame>
        <p:nvGraphicFramePr>
          <p:cNvPr id="3" name="Table 2"/>
          <p:cNvGraphicFramePr>
            <a:graphicFrameLocks noGrp="1"/>
          </p:cNvGraphicFramePr>
          <p:nvPr>
            <p:extLst>
              <p:ext uri="{D42A27DB-BD31-4B8C-83A1-F6EECF244321}">
                <p14:modId xmlns:p14="http://schemas.microsoft.com/office/powerpoint/2010/main" val="2402186982"/>
              </p:ext>
            </p:extLst>
          </p:nvPr>
        </p:nvGraphicFramePr>
        <p:xfrm>
          <a:off x="761655" y="759103"/>
          <a:ext cx="7596899" cy="3766006"/>
        </p:xfrm>
        <a:graphic>
          <a:graphicData uri="http://schemas.openxmlformats.org/drawingml/2006/table">
            <a:tbl>
              <a:tblPr firstRow="1" bandRow="1">
                <a:tableStyleId>{5940675A-B579-460E-94D1-54222C63F5DA}</a:tableStyleId>
              </a:tblPr>
              <a:tblGrid>
                <a:gridCol w="550999">
                  <a:extLst>
                    <a:ext uri="{9D8B030D-6E8A-4147-A177-3AD203B41FA5}">
                      <a16:colId xmlns:a16="http://schemas.microsoft.com/office/drawing/2014/main" val="20000"/>
                    </a:ext>
                  </a:extLst>
                </a:gridCol>
                <a:gridCol w="2077660">
                  <a:extLst>
                    <a:ext uri="{9D8B030D-6E8A-4147-A177-3AD203B41FA5}">
                      <a16:colId xmlns:a16="http://schemas.microsoft.com/office/drawing/2014/main" val="20001"/>
                    </a:ext>
                  </a:extLst>
                </a:gridCol>
                <a:gridCol w="1681089">
                  <a:extLst>
                    <a:ext uri="{9D8B030D-6E8A-4147-A177-3AD203B41FA5}">
                      <a16:colId xmlns:a16="http://schemas.microsoft.com/office/drawing/2014/main" val="20002"/>
                    </a:ext>
                  </a:extLst>
                </a:gridCol>
                <a:gridCol w="1659988">
                  <a:extLst>
                    <a:ext uri="{9D8B030D-6E8A-4147-A177-3AD203B41FA5}">
                      <a16:colId xmlns:a16="http://schemas.microsoft.com/office/drawing/2014/main" val="20003"/>
                    </a:ext>
                  </a:extLst>
                </a:gridCol>
                <a:gridCol w="1627163">
                  <a:extLst>
                    <a:ext uri="{9D8B030D-6E8A-4147-A177-3AD203B41FA5}">
                      <a16:colId xmlns:a16="http://schemas.microsoft.com/office/drawing/2014/main" val="20004"/>
                    </a:ext>
                  </a:extLst>
                </a:gridCol>
              </a:tblGrid>
              <a:tr h="527342">
                <a:tc>
                  <a:txBody>
                    <a:bodyPr/>
                    <a:lstStyle/>
                    <a:p>
                      <a:pPr algn="just"/>
                      <a:r>
                        <a:rPr lang="en-GB" sz="1200" b="1" dirty="0">
                          <a:latin typeface="Times New Roman" pitchFamily="18" charset="0"/>
                          <a:cs typeface="Times New Roman" pitchFamily="18" charset="0"/>
                        </a:rPr>
                        <a:t>S.No</a:t>
                      </a:r>
                    </a:p>
                  </a:txBody>
                  <a:tcPr marT="34290" marB="34290">
                    <a:solidFill>
                      <a:schemeClr val="bg2"/>
                    </a:solidFill>
                  </a:tcPr>
                </a:tc>
                <a:tc>
                  <a:txBody>
                    <a:bodyPr/>
                    <a:lstStyle/>
                    <a:p>
                      <a:pPr algn="just"/>
                      <a:r>
                        <a:rPr lang="en-GB" sz="1200" b="1" dirty="0">
                          <a:latin typeface="Times New Roman" pitchFamily="18" charset="0"/>
                          <a:cs typeface="Times New Roman" pitchFamily="18" charset="0"/>
                        </a:rPr>
                        <a:t>Modules </a:t>
                      </a:r>
                    </a:p>
                  </a:txBody>
                  <a:tcPr marT="34290" marB="34290">
                    <a:solidFill>
                      <a:schemeClr val="bg2"/>
                    </a:solidFill>
                  </a:tcPr>
                </a:tc>
                <a:tc>
                  <a:txBody>
                    <a:bodyPr/>
                    <a:lstStyle/>
                    <a:p>
                      <a:pPr algn="l"/>
                      <a:r>
                        <a:rPr lang="en-GB" sz="1200" b="1" dirty="0">
                          <a:latin typeface="Times New Roman" pitchFamily="18" charset="0"/>
                          <a:cs typeface="Times New Roman" pitchFamily="18" charset="0"/>
                        </a:rPr>
                        <a:t>Methodology/</a:t>
                      </a:r>
                    </a:p>
                    <a:p>
                      <a:pPr algn="l"/>
                      <a:r>
                        <a:rPr lang="en-GB" sz="1200" b="1" dirty="0">
                          <a:latin typeface="Times New Roman" pitchFamily="18" charset="0"/>
                          <a:cs typeface="Times New Roman" pitchFamily="18" charset="0"/>
                        </a:rPr>
                        <a:t>Algorithm</a:t>
                      </a:r>
                    </a:p>
                  </a:txBody>
                  <a:tcPr marT="34290" marB="34290">
                    <a:solidFill>
                      <a:schemeClr val="bg2"/>
                    </a:solidFill>
                  </a:tcPr>
                </a:tc>
                <a:tc>
                  <a:txBody>
                    <a:bodyPr/>
                    <a:lstStyle/>
                    <a:p>
                      <a:pPr algn="l"/>
                      <a:r>
                        <a:rPr lang="en-GB" sz="1200" b="1" dirty="0">
                          <a:latin typeface="Times New Roman" pitchFamily="18" charset="0"/>
                          <a:cs typeface="Times New Roman" pitchFamily="18" charset="0"/>
                        </a:rPr>
                        <a:t>Technologies</a:t>
                      </a:r>
                    </a:p>
                    <a:p>
                      <a:pPr algn="l"/>
                      <a:r>
                        <a:rPr lang="en-GB" sz="1200" b="1" dirty="0">
                          <a:latin typeface="Times New Roman" pitchFamily="18" charset="0"/>
                          <a:cs typeface="Times New Roman" pitchFamily="18" charset="0"/>
                        </a:rPr>
                        <a:t>(H/W and S/W)</a:t>
                      </a:r>
                    </a:p>
                  </a:txBody>
                  <a:tcPr marT="34290" marB="34290">
                    <a:solidFill>
                      <a:schemeClr val="bg2"/>
                    </a:solidFill>
                  </a:tcPr>
                </a:tc>
                <a:tc>
                  <a:txBody>
                    <a:bodyPr/>
                    <a:lstStyle/>
                    <a:p>
                      <a:pPr algn="l"/>
                      <a:r>
                        <a:rPr lang="en-GB" sz="1200" b="1" dirty="0">
                          <a:latin typeface="Times New Roman" pitchFamily="18" charset="0"/>
                          <a:cs typeface="Times New Roman" pitchFamily="18" charset="0"/>
                        </a:rPr>
                        <a:t>Implementation </a:t>
                      </a:r>
                    </a:p>
                  </a:txBody>
                  <a:tcPr marT="34290" marB="34290">
                    <a:solidFill>
                      <a:schemeClr val="bg2"/>
                    </a:solidFill>
                  </a:tcPr>
                </a:tc>
                <a:extLst>
                  <a:ext uri="{0D108BD9-81ED-4DB2-BD59-A6C34878D82A}">
                    <a16:rowId xmlns:a16="http://schemas.microsoft.com/office/drawing/2014/main" val="10000"/>
                  </a:ext>
                </a:extLst>
              </a:tr>
              <a:tr h="809511">
                <a:tc>
                  <a:txBody>
                    <a:bodyPr/>
                    <a:lstStyle/>
                    <a:p>
                      <a:pPr algn="just"/>
                      <a:r>
                        <a:rPr lang="en-GB" sz="1000" dirty="0">
                          <a:latin typeface="Times New Roman" pitchFamily="18" charset="0"/>
                          <a:cs typeface="Times New Roman" pitchFamily="18" charset="0"/>
                        </a:rPr>
                        <a:t>1</a:t>
                      </a:r>
                    </a:p>
                  </a:txBody>
                  <a:tcPr marT="34290" marB="34290"/>
                </a:tc>
                <a:tc>
                  <a:txBody>
                    <a:bodyPr/>
                    <a:lstStyle/>
                    <a:p>
                      <a:pPr algn="just"/>
                      <a:r>
                        <a:rPr lang="en-GB" sz="1000" dirty="0">
                          <a:latin typeface="Times New Roman" pitchFamily="18" charset="0"/>
                          <a:cs typeface="Times New Roman" pitchFamily="18" charset="0"/>
                        </a:rPr>
                        <a:t>Sensor Input Acquisition </a:t>
                      </a: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Read LDR1, LDR2 &amp; ultrasonic values; convert to analog/digital readings</a:t>
                      </a:r>
                      <a:endParaRPr lang="en-GB" sz="1000" dirty="0">
                        <a:latin typeface="Times New Roman" pitchFamily="18" charset="0"/>
                        <a:cs typeface="Times New Roman" pitchFamily="18" charset="0"/>
                      </a:endParaRPr>
                    </a:p>
                  </a:txBody>
                  <a:tcPr marT="34290" marB="34290"/>
                </a:tc>
                <a:tc>
                  <a:txBody>
                    <a:bodyPr/>
                    <a:lstStyle/>
                    <a:p>
                      <a:pPr algn="l"/>
                      <a:r>
                        <a:rPr lang="en-IN" sz="1000" b="1" dirty="0">
                          <a:latin typeface="Times New Roman" panose="02020603050405020304" pitchFamily="18" charset="0"/>
                          <a:cs typeface="Times New Roman" panose="02020603050405020304" pitchFamily="18" charset="0"/>
                        </a:rPr>
                        <a:t>H/W:</a:t>
                      </a:r>
                      <a:r>
                        <a:rPr lang="en-IN" sz="1000" dirty="0">
                          <a:latin typeface="Times New Roman" panose="02020603050405020304" pitchFamily="18" charset="0"/>
                          <a:cs typeface="Times New Roman" panose="02020603050405020304" pitchFamily="18" charset="0"/>
                        </a:rPr>
                        <a:t> LDRs, HC-SR04, Arduino ADC pins</a:t>
                      </a:r>
                      <a:br>
                        <a:rPr lang="en-IN" sz="1000" dirty="0">
                          <a:latin typeface="Times New Roman" panose="02020603050405020304" pitchFamily="18" charset="0"/>
                          <a:cs typeface="Times New Roman" panose="02020603050405020304" pitchFamily="18" charset="0"/>
                        </a:rPr>
                      </a:br>
                      <a:r>
                        <a:rPr lang="en-IN" sz="1000" b="1" dirty="0">
                          <a:latin typeface="Times New Roman" panose="02020603050405020304" pitchFamily="18" charset="0"/>
                          <a:cs typeface="Times New Roman" panose="02020603050405020304" pitchFamily="18" charset="0"/>
                        </a:rPr>
                        <a:t>S/W:</a:t>
                      </a:r>
                      <a:r>
                        <a:rPr lang="en-IN" sz="1000" dirty="0">
                          <a:latin typeface="Times New Roman" panose="02020603050405020304" pitchFamily="18" charset="0"/>
                          <a:cs typeface="Times New Roman" panose="02020603050405020304" pitchFamily="18" charset="0"/>
                        </a:rPr>
                        <a:t> AnalogRead(), pulseIn()</a:t>
                      </a:r>
                      <a:endParaRPr lang="en-GB" sz="1000" dirty="0">
                        <a:latin typeface="Times New Roman" pitchFamily="18" charset="0"/>
                        <a:cs typeface="Times New Roman" pitchFamily="18" charset="0"/>
                      </a:endParaRP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Collect ambient light &amp; distance data continuously</a:t>
                      </a:r>
                      <a:endParaRPr lang="en-GB" sz="1000" dirty="0">
                        <a:latin typeface="Times New Roman" pitchFamily="18" charset="0"/>
                        <a:cs typeface="Times New Roman" pitchFamily="18" charset="0"/>
                      </a:endParaRPr>
                    </a:p>
                  </a:txBody>
                  <a:tcPr marT="34290" marB="34290"/>
                </a:tc>
                <a:extLst>
                  <a:ext uri="{0D108BD9-81ED-4DB2-BD59-A6C34878D82A}">
                    <a16:rowId xmlns:a16="http://schemas.microsoft.com/office/drawing/2014/main" val="10001"/>
                  </a:ext>
                </a:extLst>
              </a:tr>
              <a:tr h="627598">
                <a:tc>
                  <a:txBody>
                    <a:bodyPr/>
                    <a:lstStyle/>
                    <a:p>
                      <a:pPr algn="just"/>
                      <a:r>
                        <a:rPr lang="en-GB" sz="1000" dirty="0">
                          <a:latin typeface="Times New Roman" pitchFamily="18" charset="0"/>
                          <a:cs typeface="Times New Roman" pitchFamily="18" charset="0"/>
                        </a:rPr>
                        <a:t>2</a:t>
                      </a:r>
                    </a:p>
                  </a:txBody>
                  <a:tcPr marT="34290" marB="34290"/>
                </a:tc>
                <a:tc>
                  <a:txBody>
                    <a:bodyPr/>
                    <a:lstStyle/>
                    <a:p>
                      <a:pPr algn="just"/>
                      <a:r>
                        <a:rPr lang="en-IN" sz="1000" dirty="0">
                          <a:latin typeface="Times New Roman" panose="02020603050405020304" pitchFamily="18" charset="0"/>
                          <a:cs typeface="Times New Roman" panose="02020603050405020304" pitchFamily="18" charset="0"/>
                        </a:rPr>
                        <a:t>Light Condition Detection</a:t>
                      </a:r>
                      <a:endParaRPr lang="en-GB" sz="1000" dirty="0">
                        <a:latin typeface="Times New Roman" pitchFamily="18" charset="0"/>
                        <a:cs typeface="Times New Roman" pitchFamily="18" charset="0"/>
                      </a:endParaRPr>
                    </a:p>
                  </a:txBody>
                  <a:tcPr marT="34290" marB="34290"/>
                </a:tc>
                <a:tc>
                  <a:txBody>
                    <a:bodyPr/>
                    <a:lstStyle/>
                    <a:p>
                      <a:pPr algn="l"/>
                      <a:r>
                        <a:rPr lang="en-IN" sz="1000" dirty="0">
                          <a:latin typeface="Times New Roman" panose="02020603050405020304" pitchFamily="18" charset="0"/>
                          <a:cs typeface="Times New Roman" panose="02020603050405020304" pitchFamily="18" charset="0"/>
                        </a:rPr>
                        <a:t>Threshold-based classification (bright/dark)</a:t>
                      </a:r>
                      <a:endParaRPr lang="en-GB" sz="1000" dirty="0">
                        <a:latin typeface="Times New Roman" pitchFamily="18" charset="0"/>
                        <a:cs typeface="Times New Roman" pitchFamily="18" charset="0"/>
                      </a:endParaRPr>
                    </a:p>
                  </a:txBody>
                  <a:tcPr marT="34290" marB="34290"/>
                </a:tc>
                <a:tc>
                  <a:txBody>
                    <a:bodyPr/>
                    <a:lstStyle/>
                    <a:p>
                      <a:pPr algn="l"/>
                      <a:r>
                        <a:rPr lang="en-US" sz="1000" b="1" dirty="0">
                          <a:latin typeface="Times New Roman" panose="02020603050405020304" pitchFamily="18" charset="0"/>
                          <a:cs typeface="Times New Roman" panose="02020603050405020304" pitchFamily="18" charset="0"/>
                        </a:rPr>
                        <a:t>H/W:</a:t>
                      </a:r>
                      <a:r>
                        <a:rPr lang="en-US" sz="1000" dirty="0">
                          <a:latin typeface="Times New Roman" panose="02020603050405020304" pitchFamily="18" charset="0"/>
                          <a:cs typeface="Times New Roman" panose="02020603050405020304" pitchFamily="18" charset="0"/>
                        </a:rPr>
                        <a:t> LDR sensors</a:t>
                      </a:r>
                      <a:br>
                        <a:rPr lang="en-US" sz="1000" dirty="0">
                          <a:latin typeface="Times New Roman" panose="02020603050405020304" pitchFamily="18" charset="0"/>
                          <a:cs typeface="Times New Roman" panose="02020603050405020304" pitchFamily="18" charset="0"/>
                        </a:rPr>
                      </a:br>
                      <a:r>
                        <a:rPr lang="en-US" sz="1000" b="1" dirty="0">
                          <a:latin typeface="Times New Roman" panose="02020603050405020304" pitchFamily="18" charset="0"/>
                          <a:cs typeface="Times New Roman" panose="02020603050405020304" pitchFamily="18" charset="0"/>
                        </a:rPr>
                        <a:t>S/W:</a:t>
                      </a:r>
                      <a:r>
                        <a:rPr lang="en-US" sz="1000" dirty="0">
                          <a:latin typeface="Times New Roman" panose="02020603050405020304" pitchFamily="18" charset="0"/>
                          <a:cs typeface="Times New Roman" panose="02020603050405020304" pitchFamily="18" charset="0"/>
                        </a:rPr>
                        <a:t> ADC thresholds, filtering</a:t>
                      </a:r>
                      <a:endParaRPr lang="en-GB" sz="1000" dirty="0">
                        <a:latin typeface="Times New Roman" pitchFamily="18" charset="0"/>
                        <a:cs typeface="Times New Roman" pitchFamily="18" charset="0"/>
                      </a:endParaRP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Compare LDR values to threshold to detect brightness</a:t>
                      </a:r>
                      <a:endParaRPr lang="en-GB" sz="1000" dirty="0">
                        <a:latin typeface="Times New Roman" pitchFamily="18" charset="0"/>
                        <a:cs typeface="Times New Roman" pitchFamily="18" charset="0"/>
                      </a:endParaRPr>
                    </a:p>
                  </a:txBody>
                  <a:tcPr marT="34290" marB="34290"/>
                </a:tc>
                <a:extLst>
                  <a:ext uri="{0D108BD9-81ED-4DB2-BD59-A6C34878D82A}">
                    <a16:rowId xmlns:a16="http://schemas.microsoft.com/office/drawing/2014/main" val="10002"/>
                  </a:ext>
                </a:extLst>
              </a:tr>
              <a:tr h="654885">
                <a:tc>
                  <a:txBody>
                    <a:bodyPr/>
                    <a:lstStyle/>
                    <a:p>
                      <a:pPr algn="just"/>
                      <a:r>
                        <a:rPr lang="en-GB" sz="1000" dirty="0">
                          <a:latin typeface="Times New Roman" pitchFamily="18" charset="0"/>
                          <a:cs typeface="Times New Roman" pitchFamily="18" charset="0"/>
                        </a:rPr>
                        <a:t>3</a:t>
                      </a:r>
                    </a:p>
                  </a:txBody>
                  <a:tcPr marT="34290" marB="34290"/>
                </a:tc>
                <a:tc>
                  <a:txBody>
                    <a:bodyPr/>
                    <a:lstStyle/>
                    <a:p>
                      <a:pPr algn="just"/>
                      <a:r>
                        <a:rPr lang="en-IN" sz="1000" dirty="0">
                          <a:latin typeface="Times New Roman" panose="02020603050405020304" pitchFamily="18" charset="0"/>
                          <a:cs typeface="Times New Roman" panose="02020603050405020304" pitchFamily="18" charset="0"/>
                        </a:rPr>
                        <a:t>Distance &amp; Obstacle Detection</a:t>
                      </a:r>
                      <a:endParaRPr lang="en-GB" sz="1000" dirty="0">
                        <a:latin typeface="Times New Roman" pitchFamily="18" charset="0"/>
                        <a:cs typeface="Times New Roman" pitchFamily="18" charset="0"/>
                      </a:endParaRPr>
                    </a:p>
                  </a:txBody>
                  <a:tcPr marT="34290" marB="34290"/>
                </a:tc>
                <a:tc>
                  <a:txBody>
                    <a:bodyPr/>
                    <a:lstStyle/>
                    <a:p>
                      <a:pPr algn="l">
                        <a:buNone/>
                      </a:pPr>
                      <a:r>
                        <a:rPr lang="en-US" sz="1000" dirty="0">
                          <a:latin typeface="Times New Roman" panose="02020603050405020304" pitchFamily="18" charset="0"/>
                          <a:cs typeface="Times New Roman" panose="02020603050405020304" pitchFamily="18" charset="0"/>
                        </a:rPr>
                        <a:t>Time-of-flight calculation to determine object proximity</a:t>
                      </a:r>
                    </a:p>
                  </a:txBody>
                  <a:tcPr anchor="ctr"/>
                </a:tc>
                <a:tc>
                  <a:txBody>
                    <a:bodyPr/>
                    <a:lstStyle/>
                    <a:p>
                      <a:pPr algn="l">
                        <a:buNone/>
                      </a:pPr>
                      <a:r>
                        <a:rPr lang="pt-BR" sz="1000" b="1" dirty="0">
                          <a:latin typeface="Times New Roman" panose="02020603050405020304" pitchFamily="18" charset="0"/>
                          <a:cs typeface="Times New Roman" panose="02020603050405020304" pitchFamily="18" charset="0"/>
                        </a:rPr>
                        <a:t>H/W:</a:t>
                      </a:r>
                      <a:r>
                        <a:rPr lang="pt-BR" sz="1000" dirty="0">
                          <a:latin typeface="Times New Roman" panose="02020603050405020304" pitchFamily="18" charset="0"/>
                          <a:cs typeface="Times New Roman" panose="02020603050405020304" pitchFamily="18" charset="0"/>
                        </a:rPr>
                        <a:t> HC-SR04</a:t>
                      </a:r>
                      <a:br>
                        <a:rPr lang="pt-BR" sz="1000" dirty="0">
                          <a:latin typeface="Times New Roman" panose="02020603050405020304" pitchFamily="18" charset="0"/>
                          <a:cs typeface="Times New Roman" panose="02020603050405020304" pitchFamily="18" charset="0"/>
                        </a:rPr>
                      </a:br>
                      <a:r>
                        <a:rPr lang="pt-BR" sz="1000" b="1" dirty="0">
                          <a:latin typeface="Times New Roman" panose="02020603050405020304" pitchFamily="18" charset="0"/>
                          <a:cs typeface="Times New Roman" panose="02020603050405020304" pitchFamily="18" charset="0"/>
                        </a:rPr>
                        <a:t>S/W:</a:t>
                      </a:r>
                      <a:r>
                        <a:rPr lang="pt-BR" sz="1000" dirty="0">
                          <a:latin typeface="Times New Roman" panose="02020603050405020304" pitchFamily="18" charset="0"/>
                          <a:cs typeface="Times New Roman" panose="02020603050405020304" pitchFamily="18" charset="0"/>
                        </a:rPr>
                        <a:t> pulseIn(), distance formula</a:t>
                      </a:r>
                    </a:p>
                  </a:txBody>
                  <a:tcPr anchor="ctr"/>
                </a:tc>
                <a:tc>
                  <a:txBody>
                    <a:bodyPr/>
                    <a:lstStyle/>
                    <a:p>
                      <a:pPr algn="l">
                        <a:buNone/>
                      </a:pPr>
                      <a:r>
                        <a:rPr lang="en-US" sz="1000" dirty="0">
                          <a:latin typeface="Times New Roman" panose="02020603050405020304" pitchFamily="18" charset="0"/>
                          <a:cs typeface="Times New Roman" panose="02020603050405020304" pitchFamily="18" charset="0"/>
                        </a:rPr>
                        <a:t>Detect if object ≤ 70 cm to reduce glare</a:t>
                      </a:r>
                    </a:p>
                  </a:txBody>
                  <a:tcPr anchor="ctr"/>
                </a:tc>
                <a:extLst>
                  <a:ext uri="{0D108BD9-81ED-4DB2-BD59-A6C34878D82A}">
                    <a16:rowId xmlns:a16="http://schemas.microsoft.com/office/drawing/2014/main" val="10003"/>
                  </a:ext>
                </a:extLst>
              </a:tr>
              <a:tr h="627598">
                <a:tc>
                  <a:txBody>
                    <a:bodyPr/>
                    <a:lstStyle/>
                    <a:p>
                      <a:pPr algn="just"/>
                      <a:r>
                        <a:rPr lang="en-GB" sz="1000" b="0" dirty="0">
                          <a:latin typeface="Times New Roman" pitchFamily="18" charset="0"/>
                          <a:cs typeface="Times New Roman" pitchFamily="18" charset="0"/>
                        </a:rPr>
                        <a:t>4</a:t>
                      </a:r>
                    </a:p>
                  </a:txBody>
                  <a:tcPr marT="34290" marB="34290"/>
                </a:tc>
                <a:tc>
                  <a:txBody>
                    <a:bodyPr/>
                    <a:lstStyle/>
                    <a:p>
                      <a:pPr algn="just"/>
                      <a:r>
                        <a:rPr lang="en-GB" sz="1000" dirty="0">
                          <a:latin typeface="Times New Roman" pitchFamily="18" charset="0"/>
                          <a:cs typeface="Times New Roman" pitchFamily="18" charset="0"/>
                        </a:rPr>
                        <a:t>Decision Algorithm </a:t>
                      </a: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Rule-based logic combining light + distance</a:t>
                      </a:r>
                      <a:endParaRPr lang="en-GB" sz="1000" dirty="0">
                        <a:latin typeface="Times New Roman" pitchFamily="18" charset="0"/>
                        <a:cs typeface="Times New Roman" pitchFamily="18" charset="0"/>
                      </a:endParaRPr>
                    </a:p>
                  </a:txBody>
                  <a:tcPr marT="34290" marB="34290"/>
                </a:tc>
                <a:tc>
                  <a:txBody>
                    <a:bodyPr/>
                    <a:lstStyle/>
                    <a:p>
                      <a:pPr algn="l"/>
                      <a:r>
                        <a:rPr lang="en-IN" sz="1000" b="1" dirty="0">
                          <a:latin typeface="Times New Roman" panose="02020603050405020304" pitchFamily="18" charset="0"/>
                          <a:cs typeface="Times New Roman" panose="02020603050405020304" pitchFamily="18" charset="0"/>
                        </a:rPr>
                        <a:t>H/W:</a:t>
                      </a:r>
                      <a:r>
                        <a:rPr lang="en-IN" sz="1000" dirty="0">
                          <a:latin typeface="Times New Roman" panose="02020603050405020304" pitchFamily="18" charset="0"/>
                          <a:cs typeface="Times New Roman" panose="02020603050405020304" pitchFamily="18" charset="0"/>
                        </a:rPr>
                        <a:t> Arduino Uno</a:t>
                      </a:r>
                      <a:br>
                        <a:rPr lang="en-IN" sz="1000" dirty="0">
                          <a:latin typeface="Times New Roman" panose="02020603050405020304" pitchFamily="18" charset="0"/>
                          <a:cs typeface="Times New Roman" panose="02020603050405020304" pitchFamily="18" charset="0"/>
                        </a:rPr>
                      </a:br>
                      <a:r>
                        <a:rPr lang="en-IN" sz="1000" b="1" dirty="0">
                          <a:latin typeface="Times New Roman" panose="02020603050405020304" pitchFamily="18" charset="0"/>
                          <a:cs typeface="Times New Roman" panose="02020603050405020304" pitchFamily="18" charset="0"/>
                        </a:rPr>
                        <a:t>S/W:</a:t>
                      </a:r>
                      <a:r>
                        <a:rPr lang="en-IN" sz="1000" dirty="0">
                          <a:latin typeface="Times New Roman" panose="02020603050405020304" pitchFamily="18" charset="0"/>
                          <a:cs typeface="Times New Roman" panose="02020603050405020304" pitchFamily="18" charset="0"/>
                        </a:rPr>
                        <a:t> C/C++ Logic Conditions</a:t>
                      </a:r>
                      <a:endParaRPr lang="en-GB" sz="1000" dirty="0">
                        <a:latin typeface="Times New Roman" pitchFamily="18" charset="0"/>
                        <a:cs typeface="Times New Roman" pitchFamily="18" charset="0"/>
                      </a:endParaRP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Decide FULL or DULL brightness per LED</a:t>
                      </a:r>
                      <a:endParaRPr lang="en-GB" sz="1000" dirty="0">
                        <a:latin typeface="Times New Roman" pitchFamily="18" charset="0"/>
                        <a:cs typeface="Times New Roman" pitchFamily="18" charset="0"/>
                      </a:endParaRPr>
                    </a:p>
                  </a:txBody>
                  <a:tcPr marT="34290" marB="34290"/>
                </a:tc>
                <a:extLst>
                  <a:ext uri="{0D108BD9-81ED-4DB2-BD59-A6C34878D82A}">
                    <a16:rowId xmlns:a16="http://schemas.microsoft.com/office/drawing/2014/main" val="10004"/>
                  </a:ext>
                </a:extLst>
              </a:tr>
              <a:tr h="519072">
                <a:tc>
                  <a:txBody>
                    <a:bodyPr/>
                    <a:lstStyle/>
                    <a:p>
                      <a:pPr algn="just"/>
                      <a:r>
                        <a:rPr lang="en-GB" sz="1000" dirty="0">
                          <a:latin typeface="Times New Roman" pitchFamily="18" charset="0"/>
                          <a:cs typeface="Times New Roman" pitchFamily="18" charset="0"/>
                        </a:rPr>
                        <a:t>5</a:t>
                      </a:r>
                    </a:p>
                  </a:txBody>
                  <a:tcPr marT="34290" marB="34290"/>
                </a:tc>
                <a:tc>
                  <a:txBody>
                    <a:bodyPr/>
                    <a:lstStyle/>
                    <a:p>
                      <a:pPr algn="just"/>
                      <a:r>
                        <a:rPr lang="en-IN" sz="1000" dirty="0">
                          <a:latin typeface="Times New Roman" panose="02020603050405020304" pitchFamily="18" charset="0"/>
                          <a:cs typeface="Times New Roman" panose="02020603050405020304" pitchFamily="18" charset="0"/>
                        </a:rPr>
                        <a:t>LED Output Control</a:t>
                      </a:r>
                      <a:endParaRPr lang="en-GB" sz="1000" dirty="0">
                        <a:latin typeface="Times New Roman" pitchFamily="18" charset="0"/>
                        <a:cs typeface="Times New Roman" pitchFamily="18" charset="0"/>
                      </a:endParaRP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PWM modulation of LED intensity</a:t>
                      </a:r>
                      <a:endParaRPr lang="en-GB" sz="1000" dirty="0">
                        <a:latin typeface="Times New Roman" pitchFamily="18" charset="0"/>
                        <a:cs typeface="Times New Roman" pitchFamily="18" charset="0"/>
                      </a:endParaRPr>
                    </a:p>
                  </a:txBody>
                  <a:tcPr marT="34290" marB="34290"/>
                </a:tc>
                <a:tc>
                  <a:txBody>
                    <a:bodyPr/>
                    <a:lstStyle/>
                    <a:p>
                      <a:pPr algn="l"/>
                      <a:r>
                        <a:rPr lang="pl-PL" sz="1000" b="1" dirty="0">
                          <a:latin typeface="Times New Roman" panose="02020603050405020304" pitchFamily="18" charset="0"/>
                          <a:cs typeface="Times New Roman" panose="02020603050405020304" pitchFamily="18" charset="0"/>
                        </a:rPr>
                        <a:t>H/W:</a:t>
                      </a:r>
                      <a:r>
                        <a:rPr lang="pl-PL" sz="1000" dirty="0">
                          <a:latin typeface="Times New Roman" panose="02020603050405020304" pitchFamily="18" charset="0"/>
                          <a:cs typeface="Times New Roman" panose="02020603050405020304" pitchFamily="18" charset="0"/>
                        </a:rPr>
                        <a:t> LEDs, resistors</a:t>
                      </a:r>
                      <a:br>
                        <a:rPr lang="pl-PL" sz="1000" dirty="0">
                          <a:latin typeface="Times New Roman" panose="02020603050405020304" pitchFamily="18" charset="0"/>
                          <a:cs typeface="Times New Roman" panose="02020603050405020304" pitchFamily="18" charset="0"/>
                        </a:rPr>
                      </a:br>
                      <a:r>
                        <a:rPr lang="pl-PL" sz="1000" b="1" dirty="0">
                          <a:latin typeface="Times New Roman" panose="02020603050405020304" pitchFamily="18" charset="0"/>
                          <a:cs typeface="Times New Roman" panose="02020603050405020304" pitchFamily="18" charset="0"/>
                        </a:rPr>
                        <a:t>S/W:</a:t>
                      </a:r>
                      <a:r>
                        <a:rPr lang="pl-PL" sz="1000" dirty="0">
                          <a:latin typeface="Times New Roman" panose="02020603050405020304" pitchFamily="18" charset="0"/>
                          <a:cs typeface="Times New Roman" panose="02020603050405020304" pitchFamily="18" charset="0"/>
                        </a:rPr>
                        <a:t> analogWrite(), PWM</a:t>
                      </a:r>
                      <a:endParaRPr lang="en-GB" sz="1000" dirty="0">
                        <a:latin typeface="Times New Roman" pitchFamily="18" charset="0"/>
                        <a:cs typeface="Times New Roman" pitchFamily="18" charset="0"/>
                      </a:endParaRPr>
                    </a:p>
                  </a:txBody>
                  <a:tcPr marT="34290" marB="34290"/>
                </a:tc>
                <a:tc>
                  <a:txBody>
                    <a:bodyPr/>
                    <a:lstStyle/>
                    <a:p>
                      <a:pPr algn="l"/>
                      <a:r>
                        <a:rPr lang="en-US" sz="1000" dirty="0">
                          <a:latin typeface="Times New Roman" panose="02020603050405020304" pitchFamily="18" charset="0"/>
                          <a:cs typeface="Times New Roman" panose="02020603050405020304" pitchFamily="18" charset="0"/>
                        </a:rPr>
                        <a:t>Adjust left &amp; right LED brightness smoothly</a:t>
                      </a:r>
                      <a:endParaRPr lang="en-GB" sz="1000" dirty="0">
                        <a:latin typeface="Times New Roman" pitchFamily="18" charset="0"/>
                        <a:cs typeface="Times New Roman" pitchFamily="18" charset="0"/>
                      </a:endParaRPr>
                    </a:p>
                  </a:txBody>
                  <a:tcPr marT="34290" marB="34290"/>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2B573973-4A1E-4C7C-AAB7-BDE9EAC7FD5C}" type="datetime3">
              <a:rPr lang="en-US" smtClean="0">
                <a:latin typeface="Times New Roman" panose="02020603050405020304" pitchFamily="18" charset="0"/>
                <a:cs typeface="Times New Roman" panose="02020603050405020304" pitchFamily="18" charset="0"/>
              </a:rPr>
              <a:t>22 November 2025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136858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lgn="just"/>
            <a:fld id="{D57F1E4F-1CFF-5643-939E-217C01CDF565}" type="slidenum">
              <a:rPr lang="en-US" smtClean="0">
                <a:latin typeface="Times New Roman" panose="02020603050405020304" pitchFamily="18" charset="0"/>
                <a:cs typeface="Times New Roman" panose="02020603050405020304" pitchFamily="18" charset="0"/>
              </a:rPr>
              <a:pPr algn="just"/>
              <a:t>8</a:t>
            </a:fld>
            <a:endParaRPr lang="en-US" dirty="0">
              <a:latin typeface="Times New Roman" panose="02020603050405020304" pitchFamily="18" charset="0"/>
              <a:cs typeface="Times New Roman" panose="02020603050405020304" pitchFamily="18" charset="0"/>
            </a:endParaRPr>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RESULTS AND DISCUSSION</a:t>
            </a:r>
          </a:p>
        </p:txBody>
      </p:sp>
      <p:sp>
        <p:nvSpPr>
          <p:cNvPr id="2" name="Date Placeholder 1"/>
          <p:cNvSpPr>
            <a:spLocks noGrp="1"/>
          </p:cNvSpPr>
          <p:nvPr>
            <p:ph type="dt" sz="half" idx="10"/>
          </p:nvPr>
        </p:nvSpPr>
        <p:spPr/>
        <p:txBody>
          <a:bodyPr/>
          <a:lstStyle/>
          <a:p>
            <a:pPr algn="just"/>
            <a:fld id="{A308CB6B-BD60-4065-AB97-7D0371657514}" type="datetime3">
              <a:rPr lang="en-US" smtClean="0">
                <a:latin typeface="Times New Roman" panose="02020603050405020304" pitchFamily="18" charset="0"/>
                <a:cs typeface="Times New Roman" panose="02020603050405020304" pitchFamily="18" charset="0"/>
              </a:rPr>
              <a:pPr algn="just"/>
              <a:t>22 November 2025</a:t>
            </a:fld>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00072E6-1DEE-7A00-EFC6-26F29C8A84CA}"/>
              </a:ext>
            </a:extLst>
          </p:cNvPr>
          <p:cNvSpPr txBox="1"/>
          <p:nvPr/>
        </p:nvSpPr>
        <p:spPr>
          <a:xfrm>
            <a:off x="759802" y="755868"/>
            <a:ext cx="7540136" cy="1815882"/>
          </a:xfrm>
          <a:prstGeom prst="rect">
            <a:avLst/>
          </a:prstGeom>
          <a:noFill/>
        </p:spPr>
        <p:txBody>
          <a:bodyPr wrap="square">
            <a:spAutoFit/>
          </a:bodyPr>
          <a:lstStyle/>
          <a:p>
            <a:pPr algn="just">
              <a:buNone/>
            </a:pPr>
            <a:r>
              <a:rPr lang="en-US" sz="1400" b="1" dirty="0">
                <a:latin typeface="Times New Roman" panose="02020603050405020304" pitchFamily="18" charset="0"/>
                <a:cs typeface="Times New Roman" panose="02020603050405020304" pitchFamily="18" charset="0"/>
              </a:rPr>
              <a:t>Results</a:t>
            </a:r>
          </a:p>
          <a:p>
            <a:pPr algn="just">
              <a:buNone/>
            </a:pPr>
            <a:r>
              <a:rPr lang="en-US" sz="1400" dirty="0">
                <a:latin typeface="Times New Roman" panose="02020603050405020304" pitchFamily="18" charset="0"/>
                <a:cs typeface="Times New Roman" panose="02020603050405020304" pitchFamily="18" charset="0"/>
              </a:rPr>
              <a:t>The system accurately detected ambient light using two LDR sensors and clearly differentiated between bright and dark conditions. The ultrasonic sensor reliably measured distance and identified nearby obstacles within 70 cm. The LEDs responded appropriately shining at full brightness in dark areas and dimming automatically when bright light or a close object was detected. Each LED operated independently based on its respective sensor, and the PWM control ensured smooth, real-time brightness adjustments. Overall, the system performed consistently and delivered stable, intelligent headlight behavior.</a:t>
            </a:r>
            <a:endParaRPr lang="en-US" sz="1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744F69B-175B-FB3C-57DA-C98C64152E55}"/>
              </a:ext>
            </a:extLst>
          </p:cNvPr>
          <p:cNvSpPr txBox="1"/>
          <p:nvPr/>
        </p:nvSpPr>
        <p:spPr>
          <a:xfrm>
            <a:off x="759802" y="2716289"/>
            <a:ext cx="7540136" cy="1600438"/>
          </a:xfrm>
          <a:prstGeom prst="rect">
            <a:avLst/>
          </a:prstGeom>
          <a:noFill/>
        </p:spPr>
        <p:txBody>
          <a:bodyPr wrap="square">
            <a:spAutoFit/>
          </a:bodyPr>
          <a:lstStyle/>
          <a:p>
            <a:pPr algn="just">
              <a:buNone/>
            </a:pPr>
            <a:r>
              <a:rPr lang="en-US" sz="1400" b="1" dirty="0">
                <a:latin typeface="Times New Roman" panose="02020603050405020304" pitchFamily="18" charset="0"/>
                <a:cs typeface="Times New Roman" panose="02020603050405020304" pitchFamily="18" charset="0"/>
              </a:rPr>
              <a:t>Discussion</a:t>
            </a:r>
          </a:p>
          <a:p>
            <a:pPr algn="just"/>
            <a:r>
              <a:rPr lang="en-US" sz="1400" dirty="0">
                <a:latin typeface="Times New Roman" panose="02020603050405020304" pitchFamily="18" charset="0"/>
                <a:cs typeface="Times New Roman" panose="02020603050405020304" pitchFamily="18" charset="0"/>
              </a:rPr>
              <a:t>Integrating LDR and ultrasonic data proved effective for real-time headlight intensity control. Using two LDRs improved accuracy by sensing light from both sides, reducing false triggers. The rule-based algorithm delivered consistent performance with minimal processing needs, while PWM ensured smooth brightness transitions. Although minor calibration was required due to sensor variations, the system overall showed a low-cost and energy-efficient approach to automatic headlight adjustment for small vehicles.</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lgn="just"/>
            <a:fld id="{D57F1E4F-1CFF-5643-939E-217C01CDF565}" type="slidenum">
              <a:rPr lang="en-US" smtClean="0">
                <a:latin typeface="Times New Roman" panose="02020603050405020304" pitchFamily="18" charset="0"/>
                <a:cs typeface="Times New Roman" panose="02020603050405020304" pitchFamily="18" charset="0"/>
              </a:rPr>
              <a:pPr algn="just"/>
              <a:t>9</a:t>
            </a:fld>
            <a:endParaRPr lang="en-US" dirty="0">
              <a:latin typeface="Times New Roman" panose="02020603050405020304" pitchFamily="18" charset="0"/>
              <a:cs typeface="Times New Roman" panose="02020603050405020304" pitchFamily="18" charset="0"/>
            </a:endParaRPr>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CONCLUSION</a:t>
            </a:r>
          </a:p>
        </p:txBody>
      </p:sp>
      <p:sp>
        <p:nvSpPr>
          <p:cNvPr id="2" name="Date Placeholder 1"/>
          <p:cNvSpPr>
            <a:spLocks noGrp="1"/>
          </p:cNvSpPr>
          <p:nvPr>
            <p:ph type="dt" sz="half" idx="10"/>
          </p:nvPr>
        </p:nvSpPr>
        <p:spPr/>
        <p:txBody>
          <a:bodyPr/>
          <a:lstStyle/>
          <a:p>
            <a:pPr algn="just"/>
            <a:fld id="{2FFD4BED-E319-4DA0-96BF-17657C6E3A60}" type="datetime3">
              <a:rPr lang="en-US" smtClean="0">
                <a:latin typeface="Times New Roman" panose="02020603050405020304" pitchFamily="18" charset="0"/>
                <a:cs typeface="Times New Roman" panose="02020603050405020304" pitchFamily="18" charset="0"/>
              </a:rPr>
              <a:pPr algn="just"/>
              <a:t>22 November 2025</a:t>
            </a:fld>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EA1E39-79C5-B0D6-7423-FF11DE391B99}"/>
              </a:ext>
            </a:extLst>
          </p:cNvPr>
          <p:cNvSpPr txBox="1"/>
          <p:nvPr/>
        </p:nvSpPr>
        <p:spPr>
          <a:xfrm>
            <a:off x="628650" y="850493"/>
            <a:ext cx="8011259" cy="2062103"/>
          </a:xfrm>
          <a:prstGeom prst="rect">
            <a:avLst/>
          </a:prstGeom>
          <a:noFill/>
        </p:spPr>
        <p:txBody>
          <a:bodyPr wrap="square">
            <a:spAutoFit/>
          </a:bodyPr>
          <a:lstStyle/>
          <a:p>
            <a:pPr algn="just">
              <a:buNone/>
            </a:pPr>
            <a:r>
              <a:rPr lang="en-US" sz="1600" dirty="0">
                <a:latin typeface="Times New Roman" panose="02020603050405020304" pitchFamily="18" charset="0"/>
                <a:cs typeface="Times New Roman" panose="02020603050405020304" pitchFamily="18" charset="0"/>
              </a:rPr>
              <a:t>The developed system successfully demonstrates an automatic headlight control mechanism that adjusts LED brightness based on ambient light levels and the distance of approaching objects. By integrating LDR sensors with an ultrasonic sensor and applying a simple rule-based algorithm, the system effectively reduces glare, enhances visibility, and improves overall road safety. The use of PWM enables smooth intensity transitions, making the lighting behavior similar to real automotive headlights. Overall, the project proves that a low-cost microcontroller-based solution can provide intelligent and reliable headlight control suitable for small vehicles and night-time commuting.</a:t>
            </a:r>
          </a:p>
        </p:txBody>
      </p:sp>
    </p:spTree>
    <p:extLst>
      <p:ext uri="{BB962C8B-B14F-4D97-AF65-F5344CB8AC3E}">
        <p14:creationId xmlns:p14="http://schemas.microsoft.com/office/powerpoint/2010/main" val="1524044671"/>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893" y="1647109"/>
            <a:ext cx="3069771" cy="1092200"/>
          </a:xfrm>
        </p:spPr>
        <p:txBody>
          <a:bodyPr>
            <a:normAutofit/>
          </a:bodyPr>
          <a:lstStyle/>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Thank you </a:t>
            </a:r>
          </a:p>
        </p:txBody>
      </p:sp>
      <p:sp>
        <p:nvSpPr>
          <p:cNvPr id="3" name="Slide Number Placeholder 2"/>
          <p:cNvSpPr>
            <a:spLocks noGrp="1"/>
          </p:cNvSpPr>
          <p:nvPr>
            <p:ph type="sldNum" sz="quarter" idx="12"/>
          </p:nvPr>
        </p:nvSpPr>
        <p:spPr/>
        <p:txBody>
          <a:bodyPr/>
          <a:lstStyle/>
          <a:p>
            <a:fld id="{D57F1E4F-1CFF-5643-939E-217C01CDF565}" type="slidenum">
              <a:rPr lang="en-US" smtClean="0"/>
              <a:t>10</a:t>
            </a:fld>
            <a:endParaRPr lang="en-US" dirty="0"/>
          </a:p>
        </p:txBody>
      </p:sp>
      <p:sp>
        <p:nvSpPr>
          <p:cNvPr id="4" name="Date Placeholder 3"/>
          <p:cNvSpPr>
            <a:spLocks noGrp="1"/>
          </p:cNvSpPr>
          <p:nvPr>
            <p:ph type="dt" sz="half" idx="10"/>
          </p:nvPr>
        </p:nvSpPr>
        <p:spPr/>
        <p:txBody>
          <a:bodyPr/>
          <a:lstStyle/>
          <a:p>
            <a:fld id="{F6B04E1E-CF05-4B41-8802-CD685CA27131}" type="datetime3">
              <a:rPr lang="en-US" smtClean="0"/>
              <a:t>22 November 2025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1054</Words>
  <Application>Microsoft Office PowerPoint</Application>
  <PresentationFormat>On-screen Show (16:9)</PresentationFormat>
  <Paragraphs>100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INTRODUCTION  </vt:lpstr>
      <vt:lpstr>PowerPoint Presentation</vt:lpstr>
      <vt:lpstr>PROBLEM STATEMENT</vt:lpstr>
      <vt:lpstr>OBJECTIVES </vt:lpstr>
      <vt:lpstr>WORKFLOW DIAGRAM</vt:lpstr>
      <vt:lpstr>MODULES</vt:lpstr>
      <vt:lpstr>RESULTS AND DISCUSSION</vt:lpstr>
      <vt:lpstr>CONCLUSION</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induced Biomimetic coating of porous carbon fiber reinforced polyether-ethersulfone</dc:title>
  <dc:creator>Microsoft</dc:creator>
  <cp:lastModifiedBy>Mouthika Gopinath</cp:lastModifiedBy>
  <cp:revision>812</cp:revision>
  <dcterms:created xsi:type="dcterms:W3CDTF">2017-09-15T13:20:00Z</dcterms:created>
  <dcterms:modified xsi:type="dcterms:W3CDTF">2025-11-22T10:01:13Z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244016532F3749E082D20DC8793A736B</vt:lpwstr>
  </property>
  <property fmtid="{D5CDD505-2E9C-101B-9397-08002B2CF9AE}" pid="3" name="KSOProductBuildVer">
    <vt:lpwstr>1033-11.2.0.11486</vt:lpwstr>
  </property>
</Properties>
</file>